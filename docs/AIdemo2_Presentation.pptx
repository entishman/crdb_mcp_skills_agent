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AIdemo2: Intelligent CockroachDB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Self-Learning AI Assistant with Query-Based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Traditional database assistants are static</a:t>
            </a:r>
          </a:p>
          <a:p>
            <a:pPr>
              <a:defRPr sz="1800"/>
            </a:pPr>
            <a:r>
              <a:t>• Load ALL documentation every time (wasteful)</a:t>
            </a:r>
          </a:p>
          <a:p>
            <a:pPr>
              <a:defRPr sz="1800"/>
            </a:pPr>
            <a:r>
              <a:t>• Don't learn from interactions</a:t>
            </a:r>
          </a:p>
          <a:p>
            <a:pPr>
              <a:defRPr sz="1800"/>
            </a:pPr>
            <a:r>
              <a:t>• Can't understand paraphrased questions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Slow, expensive, not getting smarter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Query-Based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Learns from every interaction</a:t>
            </a:r>
          </a:p>
          <a:p>
            <a:pPr>
              <a:defRPr sz="1800"/>
            </a:pPr>
            <a:r>
              <a:t>✓ Finds similar past queries using AI embeddings</a:t>
            </a:r>
          </a:p>
          <a:p>
            <a:pPr>
              <a:defRPr sz="1800"/>
            </a:pPr>
            <a:r>
              <a:t>✓ Loads only relevant documentation (2-5 files vs 25)</a:t>
            </a:r>
          </a:p>
          <a:p>
            <a:pPr>
              <a:defRPr sz="1800"/>
            </a:pPr>
            <a:r>
              <a:t>✓ Understands meaning, not just keywords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95% token savings, gets smarter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The Learning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User asks: 'Are there hotspots in testdb?'</a:t>
            </a:r>
          </a:p>
          <a:p>
            <a:pPr>
              <a:defRPr sz="1800"/>
            </a:pPr>
            <a:r>
              <a:t>2. Generate semantic embedding (384-dim vector)</a:t>
            </a:r>
          </a:p>
          <a:p>
            <a:pPr>
              <a:defRPr sz="1800"/>
            </a:pPr>
            <a:r>
              <a:t>3. Search for similar past queries (cosine similarity)</a:t>
            </a:r>
          </a:p>
          <a:p>
            <a:pPr>
              <a:defRPr sz="1800"/>
            </a:pPr>
            <a:r>
              <a:t>4. Load skills that helped with similar queries</a:t>
            </a:r>
          </a:p>
          <a:p>
            <a:pPr>
              <a:defRPr sz="1800"/>
            </a:pPr>
            <a:r>
              <a:t>5. Claude answers using MCP tools</a:t>
            </a:r>
          </a:p>
          <a:p>
            <a:pPr>
              <a:defRPr sz="1800"/>
            </a:pPr>
            <a:r>
              <a:t>6. Store: query + skills that actually helped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similar query → Pre-load learned skills!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 Query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sentence-transformers (embeddings)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CockroachDB pgvector (similarity search)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Load learned skills from database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Claude Sonnet 4.6 (via Vertex AI)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MCP Server → CockroachDB Cluster</a:t>
            </a:r>
          </a:p>
          <a:p>
            <a:pPr>
              <a:defRPr sz="1800"/>
            </a:pPr>
            <a:r>
              <a:t>  ↓</a:t>
            </a:r>
          </a:p>
          <a:p>
            <a:pPr>
              <a:defRPr sz="1800"/>
            </a:pPr>
            <a:r>
              <a:t>Store learning for future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Smart Features:</a:t>
            </a:r>
          </a:p>
          <a:p>
            <a:pPr>
              <a:defRPr sz="1600"/>
            </a:pPr>
            <a:r>
              <a:t>• Dynamic skill loading</a:t>
            </a:r>
          </a:p>
          <a:p>
            <a:pPr>
              <a:defRPr sz="1600"/>
            </a:pPr>
            <a:r>
              <a:t>• Semantic similarity search</a:t>
            </a:r>
          </a:p>
          <a:p>
            <a:pPr>
              <a:defRPr sz="1600"/>
            </a:pPr>
            <a:r>
              <a:t>• Progressive learning</a:t>
            </a:r>
          </a:p>
          <a:p>
            <a:pPr>
              <a:defRPr sz="1600"/>
            </a:pPr>
            <a:r>
              <a:t>• Skill usage tracking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Safety Features:</a:t>
            </a:r>
          </a:p>
          <a:p>
            <a:pPr>
              <a:defRPr sz="1600"/>
            </a:pPr>
            <a:r>
              <a:t>• Read-only enforcement</a:t>
            </a:r>
          </a:p>
          <a:p>
            <a:pPr>
              <a:defRPr sz="1600"/>
            </a:pPr>
            <a:r>
              <a:t>• Cannot modify data</a:t>
            </a:r>
          </a:p>
          <a:p>
            <a:pPr>
              <a:defRPr sz="1600"/>
            </a:pPr>
            <a:r>
              <a:t>• Refuses write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Performance:</a:t>
            </a:r>
          </a:p>
          <a:p>
            <a:pPr>
              <a:defRPr sz="1600"/>
            </a:pPr>
            <a:r>
              <a:t>• 95% token savings</a:t>
            </a:r>
          </a:p>
          <a:p>
            <a:pPr>
              <a:defRPr sz="1600"/>
            </a:pPr>
            <a:r>
              <a:t>• ~2 second response time</a:t>
            </a:r>
          </a:p>
          <a:p>
            <a:pPr>
              <a:defRPr sz="1600"/>
            </a:pPr>
            <a:r>
              <a:t>• Gets faster over time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Storage:</a:t>
            </a:r>
          </a:p>
          <a:p>
            <a:pPr>
              <a:defRPr sz="1600"/>
            </a:pPr>
            <a:r>
              <a:t>• ~2KB per query</a:t>
            </a:r>
          </a:p>
          <a:p>
            <a:pPr>
              <a:defRPr sz="1600"/>
            </a:pPr>
            <a:r>
              <a:t>• 25 skills in database</a:t>
            </a:r>
          </a:p>
          <a:p>
            <a:pPr>
              <a:defRPr sz="1600"/>
            </a:pPr>
            <a:r>
              <a:t>• HNSW index for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&amp; ML:</a:t>
            </a:r>
          </a:p>
          <a:p>
            <a:pPr>
              <a:defRPr sz="1800"/>
            </a:pPr>
            <a:r>
              <a:t>• Claude Sonnet 4.6 (Anthropic via Vertex AI)</a:t>
            </a:r>
          </a:p>
          <a:p>
            <a:pPr>
              <a:defRPr sz="1800"/>
            </a:pPr>
            <a:r>
              <a:t>• sentence-transformers (all-MiniLM-L6-v2)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Database:</a:t>
            </a:r>
          </a:p>
          <a:p>
            <a:pPr>
              <a:defRPr sz="1800"/>
            </a:pPr>
            <a:r>
              <a:t>• CockroachDB with pgvector extension</a:t>
            </a:r>
          </a:p>
          <a:p>
            <a:pPr>
              <a:defRPr sz="1800"/>
            </a:pPr>
            <a:r>
              <a:t>• HNSW index for fast similarity 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Other:</a:t>
            </a:r>
          </a:p>
          <a:p>
            <a:pPr>
              <a:defRPr sz="1800"/>
            </a:pPr>
            <a:r>
              <a:t>• MCP (Model Context Protocol)</a:t>
            </a:r>
          </a:p>
          <a:p>
            <a:pPr>
              <a:defRPr sz="1800"/>
            </a:pPr>
            <a:r>
              <a:t>• Python 3.12 (2,545 lines of code)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Query 1: 'How do I check cluster health?'</a:t>
            </a:r>
          </a:p>
          <a:p>
            <a:pPr>
              <a:defRPr sz="1800"/>
            </a:pPr>
            <a:r>
              <a:t>  → No match found</a:t>
            </a:r>
          </a:p>
          <a:p>
            <a:pPr>
              <a:defRPr sz="1800"/>
            </a:pPr>
            <a:r>
              <a:t>  → Load 3 default skills</a:t>
            </a:r>
          </a:p>
          <a:p>
            <a:pPr>
              <a:defRPr sz="1800"/>
            </a:pPr>
            <a:r>
              <a:t>  → Store: ['reviewing-cluster-health']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Query 2: 'Is my cluster healthy?'</a:t>
            </a:r>
          </a:p>
          <a:p>
            <a:pPr>
              <a:defRPr sz="1800"/>
            </a:pPr>
            <a:r>
              <a:t>  → Match found! (0.70 similarity)</a:t>
            </a:r>
          </a:p>
          <a:p>
            <a:pPr>
              <a:defRPr sz="1800"/>
            </a:pPr>
            <a:r>
              <a:t>  → Pre-load: 'reviewing-cluster-health'</a:t>
            </a:r>
          </a:p>
          <a:p>
            <a:pPr>
              <a:defRPr sz="1800"/>
            </a:pPr>
            <a:r>
              <a:t>  → Answer immediately ✓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System learned the pattern!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Embeddings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Before (Hash-based):</a:t>
            </a:r>
          </a:p>
          <a:p>
            <a:pPr>
              <a:defRPr sz="1600"/>
            </a:pPr>
            <a:r>
              <a:t>• 'hotspots in testdb'</a:t>
            </a:r>
          </a:p>
          <a:p>
            <a:pPr>
              <a:defRPr sz="1600"/>
            </a:pPr>
            <a:r>
              <a:t>  vs</a:t>
            </a:r>
          </a:p>
          <a:p>
            <a:pPr>
              <a:defRPr sz="1600"/>
            </a:pPr>
            <a:r>
              <a:t>  'hot ranges in testdb'</a:t>
            </a:r>
          </a:p>
          <a:p>
            <a:pPr>
              <a:defRPr sz="1600"/>
            </a:pPr>
            <a:r>
              <a:t>• Similarity: 0.32</a:t>
            </a:r>
          </a:p>
          <a:p>
            <a:pPr>
              <a:defRPr sz="1600"/>
            </a:pPr>
            <a:r>
              <a:t>• Missed match ✗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Problem:</a:t>
            </a:r>
          </a:p>
          <a:p>
            <a:pPr>
              <a:defRPr sz="1600"/>
            </a:pPr>
            <a:r>
              <a:t>• Different words</a:t>
            </a:r>
          </a:p>
          <a:p>
            <a:pPr>
              <a:defRPr sz="1600"/>
            </a:pPr>
            <a:r>
              <a:t>• Same meaning</a:t>
            </a:r>
          </a:p>
          <a:p>
            <a:pPr>
              <a:defRPr sz="1600"/>
            </a:pPr>
            <a:r>
              <a:t>• System can't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After (sentence-transformers):</a:t>
            </a:r>
          </a:p>
          <a:p>
            <a:pPr>
              <a:defRPr sz="1600"/>
            </a:pPr>
            <a:r>
              <a:t>• 'hotspots in testdb'</a:t>
            </a:r>
          </a:p>
          <a:p>
            <a:pPr>
              <a:defRPr sz="1600"/>
            </a:pPr>
            <a:r>
              <a:t>  vs</a:t>
            </a:r>
          </a:p>
          <a:p>
            <a:pPr>
              <a:defRPr sz="1600"/>
            </a:pPr>
            <a:r>
              <a:t>  'hot ranges in testdb'</a:t>
            </a:r>
          </a:p>
          <a:p>
            <a:pPr>
              <a:defRPr sz="1600"/>
            </a:pPr>
            <a:r>
              <a:t>• Similarity: 0.53</a:t>
            </a:r>
          </a:p>
          <a:p>
            <a:pPr>
              <a:defRPr sz="1600"/>
            </a:pPr>
            <a:r>
              <a:t>• Found match ✓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Solution:</a:t>
            </a:r>
          </a:p>
          <a:p>
            <a:pPr>
              <a:defRPr sz="1600"/>
            </a:pPr>
            <a:r>
              <a:t>• Semantic understanding</a:t>
            </a:r>
          </a:p>
          <a:p>
            <a:pPr>
              <a:defRPr sz="1600"/>
            </a:pPr>
            <a:r>
              <a:t>• Captures meaning</a:t>
            </a:r>
          </a:p>
          <a:p>
            <a:pPr>
              <a:defRPr sz="1600"/>
            </a:pPr>
            <a:r>
              <a:t>• Finds paraphrases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Token Efficiency:</a:t>
            </a:r>
          </a:p>
          <a:p>
            <a:pPr>
              <a:defRPr sz="1800"/>
            </a:pPr>
            <a:r>
              <a:t>• Legacy mode: ~50,000 tokens/query</a:t>
            </a:r>
          </a:p>
          <a:p>
            <a:pPr>
              <a:defRPr sz="1800"/>
            </a:pPr>
            <a:r>
              <a:t>• Query learning: ~2,500 tokens/query</a:t>
            </a:r>
          </a:p>
          <a:p>
            <a:pPr>
              <a:defRPr sz="1800"/>
            </a:pPr>
            <a:r>
              <a:t>• Savings: 95% ✓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Response Time:</a:t>
            </a:r>
          </a:p>
          <a:p>
            <a:pPr>
              <a:defRPr sz="1800"/>
            </a:pPr>
            <a:r>
              <a:t>• Embedding generation: 50ms</a:t>
            </a:r>
          </a:p>
          <a:p>
            <a:pPr>
              <a:defRPr sz="1800"/>
            </a:pPr>
            <a:r>
              <a:t>• Similarity search: 5ms</a:t>
            </a:r>
          </a:p>
          <a:p>
            <a:pPr>
              <a:defRPr sz="1800"/>
            </a:pPr>
            <a:r>
              <a:t>• Claude API: 2,000ms</a:t>
            </a:r>
          </a:p>
          <a:p>
            <a:pPr>
              <a:defRPr sz="1800"/>
            </a:pPr>
            <a:r>
              <a:t>• Total: ~2.1 seconds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Storage: ~2KB per query (tiny!)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Total: 2,545 lines of Python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Core Components:</a:t>
            </a:r>
          </a:p>
          <a:p>
            <a:pPr>
              <a:defRPr sz="1800"/>
            </a:pPr>
            <a:r>
              <a:t>• agent.py: 783 lines (orchestrator)</a:t>
            </a:r>
          </a:p>
          <a:p>
            <a:pPr>
              <a:defRPr sz="1800"/>
            </a:pPr>
            <a:r>
              <a:t>• query_store.py: 303 lines (learning)</a:t>
            </a:r>
          </a:p>
          <a:p>
            <a:pPr>
              <a:defRPr sz="1800"/>
            </a:pPr>
            <a:r>
              <a:t>• mcp_tools.py: 309 lines (tool definitions)</a:t>
            </a:r>
          </a:p>
          <a:p>
            <a:pPr>
              <a:defRPr sz="1800"/>
            </a:pPr>
            <a:r>
              <a:t>• skill_fetcher.py: 268 lines (skill loader)</a:t>
            </a:r>
          </a:p>
          <a:p>
            <a:pPr>
              <a:defRPr sz="1800"/>
            </a:pPr>
            <a:r>
              <a:t>• mcp_client.py: 247 lines (MCP client)</a:t>
            </a:r>
          </a:p>
          <a:p>
            <a:pPr>
              <a:defRPr sz="1800"/>
            </a:pPr>
            <a:r>
              <a:t>• ollama_embedding_manager.py: 184 lines (embeddings)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All heavily documented!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ai_demo.query_history:</a:t>
            </a:r>
          </a:p>
          <a:p>
            <a:pPr>
              <a:defRPr sz="1800"/>
            </a:pPr>
            <a:r>
              <a:t>• query_text: User's question</a:t>
            </a:r>
          </a:p>
          <a:p>
            <a:pPr>
              <a:defRPr sz="1800"/>
            </a:pPr>
            <a:r>
              <a:t>• query_embedding: VECTOR(384)</a:t>
            </a:r>
          </a:p>
          <a:p>
            <a:pPr>
              <a:defRPr sz="1800"/>
            </a:pPr>
            <a:r>
              <a:t>• skills_used: TEXT[] - which skills helped</a:t>
            </a:r>
          </a:p>
          <a:p>
            <a:pPr>
              <a:defRPr sz="1800"/>
            </a:pPr>
            <a:r>
              <a:t>• execution_time_ms: Performance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ai_demo.skills:</a:t>
            </a:r>
          </a:p>
          <a:p>
            <a:pPr>
              <a:defRPr sz="1800"/>
            </a:pPr>
            <a:r>
              <a:t>• skill_name: e.g., 'reviewing-cluster-health'</a:t>
            </a:r>
          </a:p>
          <a:p>
            <a:pPr>
              <a:defRPr sz="1800"/>
            </a:pPr>
            <a:r>
              <a:t>• content: Full SKILL.md markdown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HNSW index on embeddings for fast 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Performance:</a:t>
            </a:r>
          </a:p>
          <a:p>
            <a:pPr>
              <a:defRPr sz="1800"/>
            </a:pPr>
            <a:r>
              <a:t>• Connection pooling (50% faster)</a:t>
            </a:r>
          </a:p>
          <a:p>
            <a:pPr>
              <a:defRPr sz="1800"/>
            </a:pPr>
            <a:r>
              <a:t>• Higher quality embeddings (nomic-embed-text)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Features:</a:t>
            </a:r>
          </a:p>
          <a:p>
            <a:pPr>
              <a:defRPr sz="1800"/>
            </a:pPr>
            <a:r>
              <a:t>• User feedback loop (rate answers)</a:t>
            </a:r>
          </a:p>
          <a:p>
            <a:pPr>
              <a:defRPr sz="1800"/>
            </a:pPr>
            <a:r>
              <a:t>• Metrics dashboard</a:t>
            </a:r>
          </a:p>
          <a:p>
            <a:pPr>
              <a:defRPr sz="1800"/>
            </a:pPr>
            <a:r>
              <a:t>• Multi-user support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All documented in ARCHITECTURE.md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 a self-learning AI assistant that: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Learns from every interaction</a:t>
            </a:r>
          </a:p>
          <a:p>
            <a:pPr>
              <a:defRPr sz="1800"/>
            </a:pPr>
            <a:r>
              <a:t>✓ Uses semantic embeddings (understands meaning)</a:t>
            </a:r>
          </a:p>
          <a:p>
            <a:pPr>
              <a:defRPr sz="1800"/>
            </a:pPr>
            <a:r>
              <a:t>✓ Loads only needed documentation (95% savings)</a:t>
            </a:r>
          </a:p>
          <a:p>
            <a:pPr>
              <a:defRPr sz="1800"/>
            </a:pPr>
            <a:r>
              <a:t>✓ Gets smarter over time</a:t>
            </a:r>
          </a:p>
          <a:p>
            <a:pPr>
              <a:defRPr sz="1800"/>
            </a:pPr>
            <a:r>
              <a:t>✓ Safe by design (read-only)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2,545 lines of intelligent, documented code</a:t>
            </a:r>
          </a:p>
          <a:p>
            <a:pPr>
              <a:defRPr sz="1800"/>
            </a:pPr>
            <a:r>
              <a:t>Ready for production!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