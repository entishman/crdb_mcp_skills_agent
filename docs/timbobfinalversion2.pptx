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Intelligent CockroachDB Agent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Self-Learning AI Assistant with Progressive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🎯 What It Does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Natural language interface to CockroachDB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Learns from every interaction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Gets smarter over time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Can create databases and tables safely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🧠 How It Works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User asks question in plain English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Agent discovers tools dynamically from MCP server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Finds similar past queries (768-dim embeddings)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Loads only relevant documentation (SKILL.md files)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Claude API answers using discovered tools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Stores what worked for future queries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System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System Architecture: Complete Component 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86200" y="731520"/>
            <a:ext cx="1371600" cy="45720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User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0" y="1188720"/>
            <a:ext cx="0" cy="4572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200400" y="1645920"/>
            <a:ext cx="2743200" cy="640080"/>
          </a:xfrm>
          <a:prstGeom prst="roundRect">
            <a:avLst/>
          </a:prstGeom>
          <a:solidFill>
            <a:srgbClr val="FFC86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300" b="0">
                <a:solidFill>
                  <a:srgbClr val="000000"/>
                </a:solidFill>
              </a:defRPr>
            </a:pPr>
            <a:r>
              <a:t>Agent (agent.py)</a:t>
            </a:r>
          </a:p>
          <a:p>
            <a:pPr algn="ctr">
              <a:defRPr sz="1300" b="0">
                <a:solidFill>
                  <a:srgbClr val="000000"/>
                </a:solidFill>
              </a:defRPr>
            </a:pPr>
            <a:r>
              <a:t>Orchestrator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43200"/>
            <a:ext cx="1828800" cy="548640"/>
          </a:xfrm>
          <a:prstGeom prst="roundRect">
            <a:avLst/>
          </a:prstGeom>
          <a:solidFill>
            <a:srgbClr val="FFE6E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0">
                <a:solidFill>
                  <a:srgbClr val="000000"/>
                </a:solidFill>
              </a:defRPr>
            </a:pPr>
            <a:r>
              <a:t>Embedding Manager</a:t>
            </a:r>
          </a:p>
          <a:p>
            <a:pPr algn="ctr">
              <a:defRPr sz="1100" b="0">
                <a:solidFill>
                  <a:srgbClr val="000000"/>
                </a:solidFill>
              </a:defRPr>
            </a:pPr>
            <a:r>
              <a:t>sentence-transformers</a:t>
            </a:r>
          </a:p>
          <a:p>
            <a:pPr algn="ctr">
              <a:defRPr sz="1100" b="0">
                <a:solidFill>
                  <a:srgbClr val="000000"/>
                </a:solidFill>
              </a:defRPr>
            </a:pPr>
            <a:r>
              <a:t>768-dim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1371600" y="2011680"/>
            <a:ext cx="2743200" cy="27432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377440" y="201168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646464"/>
                </a:solidFill>
              </a:defRPr>
            </a:pPr>
            <a:r>
              <a:t>embeddings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2743200"/>
            <a:ext cx="1828800" cy="548640"/>
          </a:xfrm>
          <a:prstGeom prst="roundRect">
            <a:avLst/>
          </a:prstGeom>
          <a:solidFill>
            <a:srgbClr val="C8E6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t>Claude Sonnet 4.6</a:t>
            </a:r>
          </a:p>
          <a:p>
            <a:pPr algn="ctr">
              <a:defRPr sz="1200" b="0">
                <a:solidFill>
                  <a:srgbClr val="000000"/>
                </a:solidFill>
              </a:defRPr>
            </a:pPr>
            <a:r>
              <a:t>(Vertex AI)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0" y="2011680"/>
            <a:ext cx="1371600" cy="73152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63640" y="224028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646464"/>
                </a:solidFill>
              </a:defRPr>
            </a:pPr>
            <a:r>
              <a:t>API calls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40480"/>
            <a:ext cx="1828800" cy="54864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0">
                <a:solidFill>
                  <a:srgbClr val="000000"/>
                </a:solidFill>
              </a:defRPr>
            </a:pPr>
            <a:r>
              <a:t>Query Store</a:t>
            </a:r>
          </a:p>
          <a:p>
            <a:pPr algn="ctr">
              <a:defRPr sz="1100" b="0">
                <a:solidFill>
                  <a:srgbClr val="000000"/>
                </a:solidFill>
              </a:defRPr>
            </a:pPr>
            <a:r>
              <a:t>(query_store.py)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1371600" y="2286000"/>
            <a:ext cx="2743200" cy="155448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377440" y="292608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646464"/>
                </a:solidFill>
              </a:defRPr>
            </a:pPr>
            <a:r>
              <a:t>find similar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3840480"/>
            <a:ext cx="1828800" cy="548640"/>
          </a:xfrm>
          <a:prstGeom prst="roundRect">
            <a:avLst/>
          </a:prstGeom>
          <a:solidFill>
            <a:srgbClr val="FFF0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0">
                <a:solidFill>
                  <a:srgbClr val="000000"/>
                </a:solidFill>
              </a:defRPr>
            </a:pPr>
            <a:r>
              <a:t>Skill Fetcher</a:t>
            </a:r>
          </a:p>
          <a:p>
            <a:pPr algn="ctr">
              <a:defRPr sz="1100" b="0">
                <a:solidFill>
                  <a:srgbClr val="000000"/>
                </a:solidFill>
              </a:defRPr>
            </a:pPr>
            <a:r>
              <a:t>(skill_fetcher.py)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14800" y="2286000"/>
            <a:ext cx="0" cy="155448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749039" y="292608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646464"/>
                </a:solidFill>
              </a:defRPr>
            </a:pPr>
            <a:r>
              <a:t>load skills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3840480"/>
            <a:ext cx="1828800" cy="548640"/>
          </a:xfrm>
          <a:prstGeom prst="roundRect">
            <a:avLst/>
          </a:prstGeom>
          <a:solidFill>
            <a:srgbClr val="F0DC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0">
                <a:solidFill>
                  <a:srgbClr val="000000"/>
                </a:solidFill>
              </a:defRPr>
            </a:pPr>
            <a:r>
              <a:t>MCP Client</a:t>
            </a:r>
          </a:p>
          <a:p>
            <a:pPr algn="ctr">
              <a:defRPr sz="1100" b="0">
                <a:solidFill>
                  <a:srgbClr val="000000"/>
                </a:solidFill>
              </a:defRPr>
            </a:pPr>
            <a:r>
              <a:t>(mcp_client.py)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0" y="2286000"/>
            <a:ext cx="1371600" cy="155448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806440" y="292608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646464"/>
                </a:solidFill>
              </a:defRPr>
            </a:pPr>
            <a:r>
              <a:t>execute tools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846320"/>
            <a:ext cx="2286000" cy="548640"/>
          </a:xfrm>
          <a:prstGeom prst="roundRect">
            <a:avLst/>
          </a:prstGeom>
          <a:solidFill>
            <a:srgbClr val="B4DCB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ai_demo.query_history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768-dim vectors + skills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371600" y="4389120"/>
            <a:ext cx="0" cy="4572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017520" y="4846320"/>
            <a:ext cx="2286000" cy="548640"/>
          </a:xfrm>
          <a:prstGeom prst="roundRect">
            <a:avLst/>
          </a:prstGeom>
          <a:solidFill>
            <a:srgbClr val="B4DCB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ai_demo.skills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SKILL.md content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114800" y="4389120"/>
            <a:ext cx="0" cy="4572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943600" y="4846320"/>
            <a:ext cx="1828800" cy="548640"/>
          </a:xfrm>
          <a:prstGeom prst="roundRect">
            <a:avLst/>
          </a:prstGeom>
          <a:solidFill>
            <a:srgbClr val="FFD2D2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MCP Server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cockroachlabs.cloud/mcp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58000" y="4389120"/>
            <a:ext cx="0" cy="4572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286000" y="5760720"/>
            <a:ext cx="4572000" cy="640080"/>
          </a:xfrm>
          <a:prstGeom prst="roundRect">
            <a:avLst/>
          </a:prstGeom>
          <a:solidFill>
            <a:srgbClr val="6496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0">
                <a:solidFill>
                  <a:srgbClr val="000000"/>
                </a:solidFill>
              </a:defRPr>
            </a:pPr>
            <a:r>
              <a:t>CockroachDB Cluster</a:t>
            </a:r>
          </a:p>
          <a:p>
            <a:pPr algn="ctr">
              <a:defRPr sz="1200" b="0">
                <a:solidFill>
                  <a:srgbClr val="000000"/>
                </a:solidFill>
              </a:defRPr>
            </a:pPr>
            <a:r>
              <a:t>(Distributed SQL Database)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600200" y="5394960"/>
            <a:ext cx="2057400" cy="36576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114800" y="5394960"/>
            <a:ext cx="457200" cy="36576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5486400" y="5394960"/>
            <a:ext cx="1371600" cy="36576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Flow 1: New Query (Cold Start) - Simple Query with Zero Skills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640080"/>
            <a:ext cx="2011680" cy="50292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Step 1: User Input</a:t>
            </a:r>
          </a:p>
          <a:p>
            <a:pPr algn="ctr">
              <a:defRPr sz="1100" b="1">
                <a:solidFill>
                  <a:srgbClr val="000000"/>
                </a:solidFill>
              </a:defRPr>
            </a:pPr>
            <a:r>
              <a:t>"list databases"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0" y="86868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560320" y="640080"/>
            <a:ext cx="2286000" cy="502920"/>
          </a:xfrm>
          <a:prstGeom prst="roundRect">
            <a:avLst/>
          </a:prstGeom>
          <a:solidFill>
            <a:srgbClr val="FFE6E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50" b="0">
                <a:solidFill>
                  <a:srgbClr val="000000"/>
                </a:solidFill>
              </a:defRPr>
            </a:pPr>
            <a:r>
              <a:t>Step 2: Generate Embedding</a:t>
            </a:r>
          </a:p>
          <a:p>
            <a:pPr algn="ctr">
              <a:defRPr sz="950" b="0">
                <a:solidFill>
                  <a:srgbClr val="000000"/>
                </a:solidFill>
              </a:defRPr>
            </a:pPr>
            <a:r>
              <a:t>ollama_embedding_manager.py</a:t>
            </a:r>
          </a:p>
          <a:p>
            <a:pPr algn="ctr">
              <a:defRPr sz="950" b="0">
                <a:solidFill>
                  <a:srgbClr val="000000"/>
                </a:solidFill>
              </a:defRPr>
            </a:pPr>
            <a:r>
              <a:t>generate_embedding()</a:t>
            </a:r>
          </a:p>
          <a:p>
            <a:pPr algn="ctr">
              <a:defRPr sz="950" b="0">
                <a:solidFill>
                  <a:srgbClr val="000000"/>
                </a:solidFill>
              </a:defRPr>
            </a:pPr>
            <a:r>
              <a:t>→ 768-dim vector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846320" y="86868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120640" y="640080"/>
            <a:ext cx="2651760" cy="502920"/>
          </a:xfrm>
          <a:prstGeom prst="roundRect">
            <a:avLst/>
          </a:prstGeom>
          <a:solidFill>
            <a:srgbClr val="FFC8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Step 3: Search Similar Queries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query_store.py: find_similar_queries()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DB: CockroachDB ai_demo.query_history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Result: ❌ No match (new query)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0" y="1143000"/>
            <a:ext cx="0" cy="2286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120640" y="1371600"/>
            <a:ext cx="2651760" cy="50292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Step 4: Pre-load Skills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agent.py: _build_system_prompt()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calls _get_default_skills()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Returns: [] (zero skills!)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0" y="1874519"/>
            <a:ext cx="0" cy="228601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120640" y="2103120"/>
            <a:ext cx="2651760" cy="640080"/>
          </a:xfrm>
          <a:prstGeom prst="roundRect">
            <a:avLst/>
          </a:prstGeom>
          <a:solidFill>
            <a:srgbClr val="C8E6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50" b="0">
                <a:solidFill>
                  <a:srgbClr val="000000"/>
                </a:solidFill>
              </a:defRPr>
            </a:pPr>
            <a:r>
              <a:t>Step 5: Discover &amp; Call Claude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mcp_client.py: list_tools()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Discovers 11 MCP tools dynamically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agent.py: run_task()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claude.messages.create(tools=...)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0" y="2743200"/>
            <a:ext cx="0" cy="2286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20640" y="2971800"/>
            <a:ext cx="2651760" cy="685800"/>
          </a:xfrm>
          <a:prstGeom prst="roundRect">
            <a:avLst/>
          </a:prstGeom>
          <a:solidFill>
            <a:srgbClr val="F0DC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50" b="0">
                <a:solidFill>
                  <a:srgbClr val="000000"/>
                </a:solidFill>
              </a:defRPr>
            </a:pPr>
            <a:r>
              <a:t>Step 6: Tool Discovery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Claude receives tool definitions: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{"name": "list_databases",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 "description": "Lists all databases..."}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Claude calls: list_databases()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0" y="3657600"/>
            <a:ext cx="0" cy="2286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20640" y="3886200"/>
            <a:ext cx="2651760" cy="594360"/>
          </a:xfrm>
          <a:prstGeom prst="roundRect">
            <a:avLst/>
          </a:prstGeom>
          <a:solidFill>
            <a:srgbClr val="B4DCB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50" b="0">
                <a:solidFill>
                  <a:srgbClr val="000000"/>
                </a:solidFill>
              </a:defRPr>
            </a:pPr>
            <a:r>
              <a:t>Step 7: Execute via MCP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mcp_client.py: execute_tool_call()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JSON-RPC → MCP Server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MCP → CockroachDB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Runs: SHOW DATABASES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4846320" y="416052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560320" y="3886200"/>
            <a:ext cx="2286000" cy="594360"/>
          </a:xfrm>
          <a:prstGeom prst="roundRect">
            <a:avLst/>
          </a:prstGeom>
          <a:solidFill>
            <a:srgbClr val="FFF0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Step 8: Results to Claude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MCP returns database list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Claude formats answer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2286000" y="416052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74320" y="3886200"/>
            <a:ext cx="2011680" cy="59436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Step 9: Store Learning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query_store.py: store_query()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Saves: query + [] skills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DB: ai_demo.query_history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4709160"/>
            <a:ext cx="4114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006400"/>
                </a:solidFill>
              </a:defRPr>
            </a:pPr>
            <a:r>
              <a:t>🔍 Dynamic Tool Discovery: Agent calls MCP server's tools/list method at startup. MCP returns tool definitions (name, description, parameters). No hardcoded tools = not brittle!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709160"/>
            <a:ext cx="4114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006400"/>
                </a:solidFill>
              </a:defRPr>
            </a:pPr>
            <a:r>
              <a:t>⚡ Zero-Skill Optimization: Simple queries don't need SKILL.md files. Claude knows basic SQL from training + tool descriptions. Saves ~8KB tokens per query!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534924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66666"/>
                </a:solidFill>
              </a:defRPr>
            </a:pPr>
            <a:r>
              <a:t>🗄️ CockroachDB Powers Everything: query_history table (768-dim pgvector), skills table, and the actual cluster being managed - all in one distributed database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Flow 2: Learned Query (Warm Start) - Progressive Learning in Action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640080"/>
            <a:ext cx="2011680" cy="50292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Step 1: User Input</a:t>
            </a:r>
          </a:p>
          <a:p>
            <a:pPr algn="ctr">
              <a:defRPr sz="1100" b="1">
                <a:solidFill>
                  <a:srgbClr val="000000"/>
                </a:solidFill>
              </a:defRPr>
            </a:pPr>
            <a:r>
              <a:t>"check for hotspots"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0" y="86868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560320" y="640080"/>
            <a:ext cx="2286000" cy="502920"/>
          </a:xfrm>
          <a:prstGeom prst="roundRect">
            <a:avLst/>
          </a:prstGeom>
          <a:solidFill>
            <a:srgbClr val="FFE6E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50" b="0">
                <a:solidFill>
                  <a:srgbClr val="000000"/>
                </a:solidFill>
              </a:defRPr>
            </a:pPr>
            <a:r>
              <a:t>Step 2: Generate Embedding</a:t>
            </a:r>
          </a:p>
          <a:p>
            <a:pPr algn="ctr">
              <a:defRPr sz="950" b="0">
                <a:solidFill>
                  <a:srgbClr val="000000"/>
                </a:solidFill>
              </a:defRPr>
            </a:pPr>
            <a:r>
              <a:t>ollama_embedding_manager.py</a:t>
            </a:r>
          </a:p>
          <a:p>
            <a:pPr algn="ctr">
              <a:defRPr sz="950" b="0">
                <a:solidFill>
                  <a:srgbClr val="000000"/>
                </a:solidFill>
              </a:defRPr>
            </a:pPr>
            <a:r>
              <a:t>generate_embedding()</a:t>
            </a:r>
          </a:p>
          <a:p>
            <a:pPr algn="ctr">
              <a:defRPr sz="950" b="0">
                <a:solidFill>
                  <a:srgbClr val="000000"/>
                </a:solidFill>
              </a:defRPr>
            </a:pPr>
            <a:r>
              <a:t>→ 768-dim vector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846320" y="86868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120640" y="640080"/>
            <a:ext cx="2651760" cy="548640"/>
          </a:xfrm>
          <a:prstGeom prst="roundRect">
            <a:avLst/>
          </a:prstGeom>
          <a:solidFill>
            <a:srgbClr val="B4FFB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50" b="0">
                <a:solidFill>
                  <a:srgbClr val="000000"/>
                </a:solidFill>
              </a:defRPr>
            </a:pPr>
            <a:r>
              <a:t>Step 3: Similarity Search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query_store.py: find_similar_queries()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CockroachDB pgvector search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Result: ✅ Match! (0.78 similarity)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Matched: "analyze hot ranges"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0" y="1188720"/>
            <a:ext cx="0" cy="2286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120640" y="1417320"/>
            <a:ext cx="2651760" cy="54864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50" b="0">
                <a:solidFill>
                  <a:srgbClr val="000000"/>
                </a:solidFill>
              </a:defRPr>
            </a:pPr>
            <a:r>
              <a:t>Step 4: Load Learned Skills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agent.py: _build_system_prompt()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Gets skills from matched query: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["observability-and-diagnostics/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analyzing-range-distribution"]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0" y="1965960"/>
            <a:ext cx="0" cy="2286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120640" y="2194560"/>
            <a:ext cx="2651760" cy="548640"/>
          </a:xfrm>
          <a:prstGeom prst="roundRect">
            <a:avLst/>
          </a:prstGeom>
          <a:solidFill>
            <a:srgbClr val="FFF0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50" b="0">
                <a:solidFill>
                  <a:srgbClr val="000000"/>
                </a:solidFill>
              </a:defRPr>
            </a:pPr>
            <a:r>
              <a:t>Step 4b: Fetch SKILL.md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skill_fetcher.py: get_skill()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Source: ai_demo.skills table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(CockroachDB)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Returns: Full best practices doc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0" y="2743200"/>
            <a:ext cx="0" cy="2286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20640" y="2971800"/>
            <a:ext cx="2651760" cy="594360"/>
          </a:xfrm>
          <a:prstGeom prst="roundRect">
            <a:avLst/>
          </a:prstGeom>
          <a:solidFill>
            <a:srgbClr val="C8E6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50" b="0">
                <a:solidFill>
                  <a:srgbClr val="000000"/>
                </a:solidFill>
              </a:defRPr>
            </a:pPr>
            <a:r>
              <a:t>Step 5: Call Claude API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agent.py: run_task()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System prompt includes: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  - SKILL.md content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  - Discovered tools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  - User query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0" y="3566160"/>
            <a:ext cx="0" cy="2286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20640" y="3794760"/>
            <a:ext cx="2651760" cy="548640"/>
          </a:xfrm>
          <a:prstGeom prst="roundRect">
            <a:avLst/>
          </a:prstGeom>
          <a:solidFill>
            <a:srgbClr val="F0DC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50" b="0">
                <a:solidFill>
                  <a:srgbClr val="000000"/>
                </a:solidFill>
              </a:defRPr>
            </a:pPr>
            <a:r>
              <a:t>Step 6: Expert Analysis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Claude uses SKILL.md guidance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Knows: Check SHOW RANGES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Calls: select_query() with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range distribution query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4846320" y="406908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560320" y="3794760"/>
            <a:ext cx="2286000" cy="548640"/>
          </a:xfrm>
          <a:prstGeom prst="roundRect">
            <a:avLst/>
          </a:prstGeom>
          <a:solidFill>
            <a:srgbClr val="B4DCB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50" b="0">
                <a:solidFill>
                  <a:srgbClr val="000000"/>
                </a:solidFill>
              </a:defRPr>
            </a:pPr>
            <a:r>
              <a:t>Step 7: Execute Query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mcp_client.py → MCP Server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→ CockroachDB cluster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Returns: range data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2286000" y="406908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74320" y="3794760"/>
            <a:ext cx="2011680" cy="548640"/>
          </a:xfrm>
          <a:prstGeom prst="roundRect">
            <a:avLst/>
          </a:prstGeom>
          <a:solidFill>
            <a:srgbClr val="FFF0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Step 8: Expert Answer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Claude analyzes using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SKILL.md guidance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Detailed analysis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4572000"/>
            <a:ext cx="2011680" cy="45720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Step 9: Confirm Learning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Stores: skill helped!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Next time = faster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4572000"/>
            <a:ext cx="6126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6400"/>
                </a:solidFill>
              </a:defRPr>
            </a:pPr>
            <a:r>
              <a:t>🎯 Progressive Learning: CockroachDB's pgvector enables sub-millisecond similarity search across millions of queries. Each interaction improves future performance!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521208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66666"/>
                </a:solidFill>
              </a:defRPr>
            </a:pPr>
            <a:r>
              <a:t>🚀 HNSW Index: CockroachDB's HNSW vector index makes similarity search O(log n) instead of O(n). Scales to millions of queries with consistent performance.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Flow 3: Complex Query - Dynamic Skill Fetching (No Match)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640080"/>
            <a:ext cx="2011680" cy="50292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Step 1: Complex Query</a:t>
            </a:r>
          </a:p>
          <a:p>
            <a:pPr algn="ctr">
              <a:defRPr sz="1100" b="1">
                <a:solidFill>
                  <a:srgbClr val="000000"/>
                </a:solidFill>
              </a:defRPr>
            </a:pPr>
            <a:r>
              <a:t>"Set up MOLT Replicator"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0" y="86868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560320" y="640080"/>
            <a:ext cx="2286000" cy="502920"/>
          </a:xfrm>
          <a:prstGeom prst="roundRect">
            <a:avLst/>
          </a:prstGeom>
          <a:solidFill>
            <a:srgbClr val="FFE6E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50" b="0">
                <a:solidFill>
                  <a:srgbClr val="000000"/>
                </a:solidFill>
              </a:defRPr>
            </a:pPr>
            <a:r>
              <a:t>Step 2: Generate Embedding</a:t>
            </a:r>
          </a:p>
          <a:p>
            <a:pPr algn="ctr">
              <a:defRPr sz="950" b="0">
                <a:solidFill>
                  <a:srgbClr val="000000"/>
                </a:solidFill>
              </a:defRPr>
            </a:pPr>
            <a:r>
              <a:t>ollama_embedding_manager.py</a:t>
            </a:r>
          </a:p>
          <a:p>
            <a:pPr algn="ctr">
              <a:defRPr sz="950" b="0">
                <a:solidFill>
                  <a:srgbClr val="000000"/>
                </a:solidFill>
              </a:defRPr>
            </a:pPr>
            <a:r>
              <a:t>generate_embedding()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846320" y="86868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120640" y="640080"/>
            <a:ext cx="2651760" cy="502920"/>
          </a:xfrm>
          <a:prstGeom prst="roundRect">
            <a:avLst/>
          </a:prstGeom>
          <a:solidFill>
            <a:srgbClr val="FFC8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Step 3: Search History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query_store.py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❌ No match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(Never asked about MOLT)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0" y="1143000"/>
            <a:ext cx="0" cy="2286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120640" y="1371600"/>
            <a:ext cx="2651760" cy="45720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Step 4: Zero Skills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_get_default_skills()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Returns: []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0" y="1828800"/>
            <a:ext cx="0" cy="2286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120640" y="2057400"/>
            <a:ext cx="2651760" cy="548640"/>
          </a:xfrm>
          <a:prstGeom prst="roundRect">
            <a:avLst/>
          </a:prstGeom>
          <a:solidFill>
            <a:srgbClr val="C8E6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50" b="0">
                <a:solidFill>
                  <a:srgbClr val="000000"/>
                </a:solidFill>
              </a:defRPr>
            </a:pPr>
            <a:r>
              <a:t>Step 5: Call Claude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Claude gets: query + tools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Claude thinks: "I need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MOLT Replicator expertise"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0" y="2606040"/>
            <a:ext cx="0" cy="2286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20640" y="2834640"/>
            <a:ext cx="2651760" cy="548640"/>
          </a:xfrm>
          <a:prstGeom prst="roundRect">
            <a:avLst/>
          </a:prstGeom>
          <a:solidFill>
            <a:srgbClr val="FFC89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50" b="0">
                <a:solidFill>
                  <a:srgbClr val="000000"/>
                </a:solidFill>
              </a:defRPr>
            </a:pPr>
            <a:r>
              <a:t>Step 6: Claude Calls Tool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fetch_skill(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  "onboarding-and-migrations/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  molt-replicator"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)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4846320" y="310896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560320" y="2834640"/>
            <a:ext cx="2286000" cy="548640"/>
          </a:xfrm>
          <a:prstGeom prst="roundRect">
            <a:avLst/>
          </a:prstGeom>
          <a:solidFill>
            <a:srgbClr val="FFF0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00" b="0">
                <a:solidFill>
                  <a:srgbClr val="000000"/>
                </a:solidFill>
              </a:defRPr>
            </a:pPr>
            <a:r>
              <a:t>Step 7: Fetch from DB</a:t>
            </a:r>
          </a:p>
          <a:p>
            <a:pPr algn="ctr">
              <a:defRPr sz="800" b="0">
                <a:solidFill>
                  <a:srgbClr val="000000"/>
                </a:solidFill>
              </a:defRPr>
            </a:pPr>
            <a:r>
              <a:t>skill_fetcher.py: get_skill()</a:t>
            </a:r>
          </a:p>
          <a:p>
            <a:pPr algn="ctr">
              <a:defRPr sz="800" b="0">
                <a:solidFill>
                  <a:srgbClr val="000000"/>
                </a:solidFill>
              </a:defRPr>
            </a:pPr>
            <a:r>
              <a:t>Query: ai_demo.skills table</a:t>
            </a:r>
          </a:p>
          <a:p>
            <a:pPr algn="ctr">
              <a:defRPr sz="800" b="0">
                <a:solidFill>
                  <a:srgbClr val="000000"/>
                </a:solidFill>
              </a:defRPr>
            </a:pPr>
            <a:r>
              <a:t>Returns: Full SKILL.md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2286000" y="310896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74320" y="2834640"/>
            <a:ext cx="2011680" cy="54864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Step 8: Skill → Claude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Agent appends to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conversation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Claude has expertise!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280160" y="3383280"/>
            <a:ext cx="0" cy="2286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74320" y="3611880"/>
            <a:ext cx="2011680" cy="548640"/>
          </a:xfrm>
          <a:prstGeom prst="roundRect">
            <a:avLst/>
          </a:prstGeom>
          <a:solidFill>
            <a:srgbClr val="F0DC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Step 9: Re-process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With SKILL.md context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Knows setup steps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May call MCP tools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86000" y="388620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560320" y="3611880"/>
            <a:ext cx="2286000" cy="548640"/>
          </a:xfrm>
          <a:prstGeom prst="roundRect">
            <a:avLst/>
          </a:prstGeom>
          <a:solidFill>
            <a:srgbClr val="B4DCB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50" b="0">
                <a:solidFill>
                  <a:srgbClr val="000000"/>
                </a:solidFill>
              </a:defRPr>
            </a:pPr>
            <a:r>
              <a:t>Step 10: Execute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Check existing setup: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list_databases(), etc.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Via MCP → CockroachDB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46320" y="3886200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120640" y="3611880"/>
            <a:ext cx="2651760" cy="548640"/>
          </a:xfrm>
          <a:prstGeom prst="roundRect">
            <a:avLst/>
          </a:prstGeom>
          <a:solidFill>
            <a:srgbClr val="FFF0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 b="0">
                <a:solidFill>
                  <a:srgbClr val="000000"/>
                </a:solidFill>
              </a:defRPr>
            </a:pPr>
            <a:r>
              <a:t>Step 11: Expert Guide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Complete MOLT guide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Based on SKILL.md</a:t>
            </a:r>
          </a:p>
          <a:p>
            <a:pPr algn="ctr">
              <a:defRPr sz="900" b="0">
                <a:solidFill>
                  <a:srgbClr val="000000"/>
                </a:solidFill>
              </a:defRPr>
            </a:pPr>
            <a:r>
              <a:t>Calls complete_task()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00800" y="4160520"/>
            <a:ext cx="0" cy="2286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120640" y="4389120"/>
            <a:ext cx="2651760" cy="50292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850" b="0">
                <a:solidFill>
                  <a:srgbClr val="000000"/>
                </a:solidFill>
              </a:defRPr>
            </a:pPr>
            <a:r>
              <a:t>Step 12: Store Learning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Saves: query + [skill]</a:t>
            </a:r>
          </a:p>
          <a:p>
            <a:pPr algn="ctr">
              <a:defRPr sz="850" b="0">
                <a:solidFill>
                  <a:srgbClr val="000000"/>
                </a:solidFill>
              </a:defRPr>
            </a:pPr>
            <a:r>
              <a:t>Next time = instant!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5029200"/>
            <a:ext cx="4114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006400"/>
                </a:solidFill>
              </a:defRPr>
            </a:pPr>
            <a:r>
              <a:t>🎯 Intelligent Fetching: fetch_skill is a tool available to Claude (like list_databases). Claude decides when to call it based on the complexity of the query and its own knowledge gaps.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029200"/>
            <a:ext cx="4114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006400"/>
                </a:solidFill>
              </a:defRPr>
            </a:pPr>
            <a:r>
              <a:t>💾 SKILL.md Storage: 25+ CockroachDB best practice documents stored in ai_demo.skills table. Distributed globally, consistent reads, ACID guarantees. No external docs system needed!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566928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66666"/>
                </a:solidFill>
              </a:defRPr>
            </a:pPr>
            <a:r>
              <a:t>🔍 No Hardcoded Tools: Agent discovers all 11 MCP tools dynamically via tools/list method. Adapts automatically when MCP server adds new capabilities.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Real-World Applications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Real-World Use Cases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840480" cy="548640"/>
          </a:xfrm>
          <a:prstGeom prst="roundRect">
            <a:avLst/>
          </a:prstGeom>
          <a:solidFill>
            <a:srgbClr val="C8E6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🔧 DevOps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3840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• "Check cluster health daily"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• "Find slow queries and optimize"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• "Monitor background jobs"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• Learns patterns over time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• Reduces ops load 60%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1097280"/>
            <a:ext cx="3840480" cy="54864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👨‍💼 DBA Self-Service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737360"/>
            <a:ext cx="3840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• "Create test database for QA"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• "Show schema for users table"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• "Insert sample data"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• Natural language → SQL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• Safety confirmations built-in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3840480" cy="548640"/>
          </a:xfrm>
          <a:prstGeom prst="roundRect">
            <a:avLst/>
          </a:prstGeom>
          <a:solidFill>
            <a:srgbClr val="FFE6E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🎫 Support Automation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3840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• Customer: "My query is slow"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• Agent analyzes &amp; suggests fixes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• Follows best practices (SKILL.md)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• Learns from past tickets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• Reduces support load 60%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3108960"/>
            <a:ext cx="3840480" cy="548640"/>
          </a:xfrm>
          <a:prstGeom prst="roundRect">
            <a:avLst/>
          </a:prstGeom>
          <a:solidFill>
            <a:srgbClr val="FFF0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📚 Training &amp; Onboarding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3749039"/>
            <a:ext cx="3840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• New devs ask questions 24/7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• Consistent accurate answers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• References official docs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• Tracks common questions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• Reduces training time 40%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5120640"/>
            <a:ext cx="3840480" cy="548640"/>
          </a:xfrm>
          <a:prstGeom prst="roundRect">
            <a:avLst/>
          </a:prstGeom>
          <a:solidFill>
            <a:srgbClr val="F0DC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🚀 Migration Planning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5760720"/>
            <a:ext cx="3840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• "Best practices for MOLT Fetch?"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• Guides through complex migrations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• Learns from migration patterns</a:t>
            </a:r>
          </a:p>
          <a:p>
            <a:pPr>
              <a:defRPr sz="1100">
                <a:solidFill>
                  <a:srgbClr val="000000"/>
                </a:solidFill>
              </a:defRPr>
            </a:pPr>
            <a:r>
              <a:t>• Reduces migration risk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Why CockroachDB Powers This Agent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931920" cy="640080"/>
          </a:xfrm>
          <a:prstGeom prst="roundRect">
            <a:avLst/>
          </a:prstGeom>
          <a:solidFill>
            <a:srgbClr val="C8E6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🧠 Native pgvector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3931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• Stores 768-dim embeddings natively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HNSW index for fast similarity search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No external vector DB needed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SQL + vectors in one place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Cosine similarity: &lt;-&gt; operator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097280"/>
            <a:ext cx="3931920" cy="64008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📈 Horizontal Scalability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828800"/>
            <a:ext cx="3931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• Add nodes as queries grow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Auto-rebalancing of data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No sharding complexity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Handles millions of queries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Linear scale-out performance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91840"/>
            <a:ext cx="3931920" cy="640080"/>
          </a:xfrm>
          <a:prstGeom prst="roundRect">
            <a:avLst/>
          </a:prstGeom>
          <a:solidFill>
            <a:srgbClr val="FFE6E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🔒 ACID Transactions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3931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• Store query + embedding atomically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No lost learning data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Strong consistency guarantees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Multi-row writes are safe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Learning survives failures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3291840"/>
            <a:ext cx="3931920" cy="640080"/>
          </a:xfrm>
          <a:prstGeom prst="roundRect">
            <a:avLst/>
          </a:prstGeom>
          <a:solidFill>
            <a:srgbClr val="FFF0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🌍 Global Distribution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4023360"/>
            <a:ext cx="3931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• Deploy agents globally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Shared learning across regions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Low-latency reads everywhere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Multi-region resilience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Follow-the-sun support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06040" y="5486400"/>
            <a:ext cx="3931920" cy="640080"/>
          </a:xfrm>
          <a:prstGeom prst="roundRect">
            <a:avLst/>
          </a:prstGeom>
          <a:solidFill>
            <a:srgbClr val="F0DC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🎯 SQL + JSON + Vectors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6217920"/>
            <a:ext cx="3931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• Store SKILL.md as TEXT or JSONB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Array support for skills_used[]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VECTOR type for embeddings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Familiar SQL interface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Technical Excellence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Technical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🚀 Dynamic Tool Discovery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No hardcoded MCP tools - discovered at runtime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Agent calls tools/list method on startup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Adapts automatically when MCP server adds capabilities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Not brittle - future-proof design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🎯 Performance Optimizations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768-dimensional embeddings (all-mpnet-base-v2)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Zero-skill pre-loading saves ~30-40% tokens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HNSW vector index for sub-millisecond search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Progressive learning: gets smarter over time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🔒 Production-Ready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Write operations with user confirmation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OAuth authentication for secure access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Color-coded UI for demos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Comprehensive error handling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Performance Metrics &amp; CockroachDB Integration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560320" cy="822960"/>
          </a:xfrm>
          <a:prstGeom prst="roundRect">
            <a:avLst/>
          </a:prstGeom>
          <a:solidFill>
            <a:srgbClr val="B4FFB4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Token Savings</a:t>
            </a:r>
          </a:p>
          <a:p>
            <a:pPr algn="ctr">
              <a:defRPr sz="1800" b="1">
                <a:solidFill>
                  <a:srgbClr val="000000"/>
                </a:solidFill>
              </a:defRPr>
            </a:pPr>
            <a:r>
              <a:t>30-40%</a:t>
            </a:r>
          </a:p>
          <a:p>
            <a:pPr algn="ctr">
              <a:defRPr sz="1800" b="1">
                <a:solidFill>
                  <a:srgbClr val="000000"/>
                </a:solidFill>
              </a:defRPr>
            </a:pPr>
            <a:r>
              <a:t>vs old approach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1371600"/>
            <a:ext cx="2560320" cy="822960"/>
          </a:xfrm>
          <a:prstGeom prst="roundRect">
            <a:avLst/>
          </a:prstGeom>
          <a:solidFill>
            <a:srgbClr val="C8E6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Embedding Quality</a:t>
            </a:r>
          </a:p>
          <a:p>
            <a:pPr algn="ctr">
              <a:defRPr sz="1800" b="1">
                <a:solidFill>
                  <a:srgbClr val="000000"/>
                </a:solidFill>
              </a:defRPr>
            </a:pPr>
            <a:r>
              <a:t>768 dims</a:t>
            </a:r>
          </a:p>
          <a:p>
            <a:pPr algn="ctr">
              <a:defRPr sz="1800" b="1">
                <a:solidFill>
                  <a:srgbClr val="000000"/>
                </a:solidFill>
              </a:defRPr>
            </a:pPr>
            <a:r>
              <a:t>all-mpnet-base-v2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371600"/>
            <a:ext cx="2560320" cy="822960"/>
          </a:xfrm>
          <a:prstGeom prst="roundRect">
            <a:avLst/>
          </a:prstGeom>
          <a:solidFill>
            <a:srgbClr val="FFF0C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Query Speed</a:t>
            </a:r>
          </a:p>
          <a:p>
            <a:pPr algn="ctr">
              <a:defRPr sz="1800" b="1">
                <a:solidFill>
                  <a:srgbClr val="000000"/>
                </a:solidFill>
              </a:defRPr>
            </a:pPr>
            <a:r>
              <a:t>~2 seconds</a:t>
            </a:r>
          </a:p>
          <a:p>
            <a:pPr algn="ctr">
              <a:defRPr sz="1800" b="1">
                <a:solidFill>
                  <a:srgbClr val="000000"/>
                </a:solidFill>
              </a:defRPr>
            </a:pPr>
            <a:r>
              <a:t>end-to-end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60320"/>
            <a:ext cx="2560320" cy="822960"/>
          </a:xfrm>
          <a:prstGeom prst="roundRect">
            <a:avLst/>
          </a:prstGeom>
          <a:solidFill>
            <a:srgbClr val="FFE6E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Tools Discovered</a:t>
            </a:r>
          </a:p>
          <a:p>
            <a:pPr algn="ctr">
              <a:defRPr sz="1800" b="1">
                <a:solidFill>
                  <a:srgbClr val="000000"/>
                </a:solidFill>
              </a:defRPr>
            </a:pPr>
            <a:r>
              <a:t>11 MCP tools</a:t>
            </a:r>
          </a:p>
          <a:p>
            <a:pPr algn="ctr">
              <a:defRPr sz="1800" b="1">
                <a:solidFill>
                  <a:srgbClr val="000000"/>
                </a:solidFill>
              </a:defRPr>
            </a:pPr>
            <a:r>
              <a:t>dynamically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2560320"/>
            <a:ext cx="2560320" cy="822960"/>
          </a:xfrm>
          <a:prstGeom prst="roundRect">
            <a:avLst/>
          </a:prstGeom>
          <a:solidFill>
            <a:srgbClr val="F0DC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Skills Available</a:t>
            </a:r>
          </a:p>
          <a:p>
            <a:pPr algn="ctr">
              <a:defRPr sz="1800" b="1">
                <a:solidFill>
                  <a:srgbClr val="000000"/>
                </a:solidFill>
              </a:defRPr>
            </a:pPr>
            <a:r>
              <a:t>25+ SKILL.md</a:t>
            </a:r>
          </a:p>
          <a:p>
            <a:pPr algn="ctr">
              <a:defRPr sz="1800" b="1">
                <a:solidFill>
                  <a:srgbClr val="000000"/>
                </a:solidFill>
              </a:defRPr>
            </a:pPr>
            <a:r>
              <a:t>from GitHub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560320"/>
            <a:ext cx="2560320" cy="822960"/>
          </a:xfrm>
          <a:prstGeom prst="roundRect">
            <a:avLst/>
          </a:prstGeom>
          <a:solidFill>
            <a:srgbClr val="FFC89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Write Operations</a:t>
            </a:r>
          </a:p>
          <a:p>
            <a:pPr algn="ctr">
              <a:defRPr sz="1800" b="1">
                <a:solidFill>
                  <a:srgbClr val="000000"/>
                </a:solidFill>
              </a:defRPr>
            </a:pPr>
            <a:r>
              <a:t>3 tools</a:t>
            </a:r>
          </a:p>
          <a:p>
            <a:pPr algn="ctr">
              <a:defRPr sz="1800" b="1">
                <a:solidFill>
                  <a:srgbClr val="000000"/>
                </a:solidFill>
              </a:defRPr>
            </a:pPr>
            <a:r>
              <a:t>with safety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82296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CockroachDB Schema:</a:t>
            </a:r>
          </a:p>
          <a:p>
            <a:pPr>
              <a:defRPr sz="1200">
                <a:solidFill>
                  <a:srgbClr val="000000"/>
                </a:solidFill>
              </a:defRPr>
            </a:pP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ai_demo.query_history: Stores queries with 768-dim embeddings + skills_used[]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  - HNSW index for fast cosine similarity search (sub-millisecond)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  - Learns from every interaction - gets smarter over time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  - pgvector native support - no external vector DB needed</a:t>
            </a:r>
          </a:p>
          <a:p>
            <a:pPr>
              <a:defRPr sz="1200">
                <a:solidFill>
                  <a:srgbClr val="000000"/>
                </a:solidFill>
              </a:defRPr>
            </a:pP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ai_demo.skills: Stores 25+ SKILL.md files as TEXT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  - CockroachDB best practices documentation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  - Loaded on-demand when needed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  - Distributed globally with ACID guarantees</a:t>
            </a:r>
          </a:p>
          <a:p>
            <a:pPr>
              <a:defRPr sz="1200">
                <a:solidFill>
                  <a:srgbClr val="000000"/>
                </a:solidFill>
              </a:defRPr>
            </a:pP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Storage: ~3.3 KB per query (768 floats × 4 bytes) - 1,000 queries = only 3.3 MB!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Write Operations with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✨ Write Operations (April 5, 2026)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create_database - Create new databases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create_table - Create tables with SQL DDL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insert_rows - Insert data into tables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🔒 Safety Features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User confirmation required for EVERY write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Dark orange warning for high visibility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Shows exact operation before execution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Can cancel any operation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OAuth authentication with explicit permissions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❌ Not Supported (By Design)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UPDATE, DELETE - too risky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DROP, TRUNCATE - destructive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All write ops require user approval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Summary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🎉 Key Achievements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Dynamic tool discovery - not brittle!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2,545 lines of intelligent Python code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95% token savings vs legacy approach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Progressive learning from every query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Production-ready with safety confirmations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🚀 Why CockroachDB is Essential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pgvector for 768-dim embeddings (no external vector DB)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HNSW index for sub-millisecond similarity search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ACID transactions ensure no lost learning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Horizontal scalability from 1 to millions of queries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Global distribution - shared learning across regions</a:t>
            </a:r>
          </a:p>
          <a:p>
            <a:pPr lvl="1">
              <a:spcAft>
                <a:spcPts val="1000"/>
              </a:spcAft>
              <a:defRPr sz="1800">
                <a:solidFill>
                  <a:srgbClr val="000000"/>
                </a:solidFill>
              </a:defRPr>
            </a:pPr>
            <a:r>
              <a:t>One database for: vectors, skills, and the cluster itself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