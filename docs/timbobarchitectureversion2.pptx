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Aidemo2 Complete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3C3C3C"/>
                </a:solidFill>
              </a:defRPr>
            </a:pPr>
            <a:r>
              <a:t>Self-Learning CockroachDB Agent with Query-Based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822960"/>
            <a:ext cx="1371600" cy="36576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User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Natural Language Query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18872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71800" y="1463040"/>
            <a:ext cx="3200400" cy="548640"/>
          </a:xfrm>
          <a:prstGeom prst="roundRect">
            <a:avLst/>
          </a:prstGeom>
          <a:solidFill>
            <a:srgbClr val="FF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Agent (agent.py)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Orchestrator &amp; Learning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86000"/>
            <a:ext cx="164592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 Store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(query_store.py)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Similarity Search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920240" y="1783080"/>
            <a:ext cx="1051560" cy="731520"/>
          </a:xfrm>
          <a:prstGeom prst="line">
            <a:avLst/>
          </a:prstGeom>
          <a:ln w="254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2926080"/>
            <a:ext cx="164592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Embedding Manager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(ollama_embedding_manager.py)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768-dim Vectors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920240" y="1920240"/>
            <a:ext cx="1051560" cy="1234440"/>
          </a:xfrm>
          <a:prstGeom prst="line">
            <a:avLst/>
          </a:prstGeom>
          <a:ln w="254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3566160"/>
            <a:ext cx="1645920" cy="411480"/>
          </a:xfrm>
          <a:prstGeom prst="roundRect">
            <a:avLst/>
          </a:prstGeom>
          <a:solidFill>
            <a:srgbClr val="DC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50" b="0">
                <a:solidFill>
                  <a:srgbClr val="000000"/>
                </a:solidFill>
              </a:defRPr>
            </a:pPr>
            <a:r>
              <a:t>Ollama LLM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(Local/Remote)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all-mpnet-base-v2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Embedding Generation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3429000"/>
            <a:ext cx="0" cy="137160"/>
          </a:xfrm>
          <a:prstGeom prst="line">
            <a:avLst/>
          </a:prstGeom>
          <a:ln w="127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71800" y="2286000"/>
            <a:ext cx="1600200" cy="50292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CockroachDB Manager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(database interaction)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read/write queries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011680"/>
            <a:ext cx="0" cy="27432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54880" y="2286000"/>
            <a:ext cx="1463040" cy="50292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MCP Client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(mcp_client.py)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JSON-RPC 2.0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754880" y="1783080"/>
            <a:ext cx="1417320" cy="7315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54880" y="2926080"/>
            <a:ext cx="1463040" cy="502920"/>
          </a:xfrm>
          <a:prstGeom prst="roundRect">
            <a:avLst/>
          </a:prstGeom>
          <a:solidFill>
            <a:srgbClr val="F0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50" b="1">
                <a:solidFill>
                  <a:srgbClr val="000000"/>
                </a:solidFill>
              </a:defRPr>
            </a:pPr>
            <a:r>
              <a:t>CockroachDB</a:t>
            </a:r>
          </a:p>
          <a:p>
            <a:pPr algn="ctr">
              <a:defRPr sz="750" b="1">
                <a:solidFill>
                  <a:srgbClr val="000000"/>
                </a:solidFill>
              </a:defRPr>
            </a:pPr>
            <a:r>
              <a:t>MCP Server</a:t>
            </a:r>
          </a:p>
          <a:p>
            <a:pPr algn="ctr">
              <a:defRPr sz="750" b="1">
                <a:solidFill>
                  <a:srgbClr val="000000"/>
                </a:solidFill>
              </a:defRPr>
            </a:pPr>
            <a:r>
              <a:t>cockroachlabs.cloud/mcp</a:t>
            </a:r>
          </a:p>
          <a:p>
            <a:pPr algn="ctr">
              <a:defRPr sz="750" b="1">
                <a:solidFill>
                  <a:srgbClr val="000000"/>
                </a:solidFill>
              </a:defRPr>
            </a:pPr>
            <a:r>
              <a:t>JSON-RPC + SSE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0" y="2788920"/>
            <a:ext cx="0" cy="13716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0" y="2286000"/>
            <a:ext cx="1463040" cy="50292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SKILL.md Files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(skill_fetcher.py)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25+ guides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6172200" y="1920240"/>
            <a:ext cx="228600" cy="59436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20" y="1371600"/>
            <a:ext cx="91440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Claude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(Vertex AI)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Sonnet 4.6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Tool Use API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172200" y="1691640"/>
            <a:ext cx="1874520" cy="45720"/>
          </a:xfrm>
          <a:prstGeom prst="line">
            <a:avLst/>
          </a:prstGeom>
          <a:ln w="2540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46720" y="2926080"/>
            <a:ext cx="914400" cy="4114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50" b="0">
                <a:solidFill>
                  <a:srgbClr val="000000"/>
                </a:solidFill>
              </a:defRPr>
            </a:pPr>
            <a:r>
              <a:t>GitHub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cockroachdb/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cockroach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25 SKILL.md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132320" y="2788920"/>
            <a:ext cx="914400" cy="13716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" y="3840480"/>
            <a:ext cx="8595360" cy="45720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CockroachDB Cluster (ttc-demo)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097280" y="3840480"/>
            <a:ext cx="274320" cy="137159"/>
          </a:xfrm>
          <a:prstGeom prst="line">
            <a:avLst/>
          </a:prstGeom>
          <a:ln w="254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49039" y="2788920"/>
            <a:ext cx="0" cy="105156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029200" y="3429000"/>
            <a:ext cx="457200" cy="4114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" y="4480560"/>
            <a:ext cx="2560320" cy="8229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50" b="0">
                <a:solidFill>
                  <a:srgbClr val="000000"/>
                </a:solidFill>
              </a:defRPr>
            </a:pPr>
            <a:r>
              <a:t>ai_demo database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(Learning Storage)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query_history table: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query_text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embedding (768-dim)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skills_used[]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skills table: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skill_name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content (SKILL.md)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480560"/>
            <a:ext cx="2560320" cy="8229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000000"/>
                </a:solidFill>
              </a:defRPr>
            </a:pPr>
            <a:r>
              <a:t>testdb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(User Data)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Application tables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User-created schemas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Test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4480560"/>
            <a:ext cx="2560320" cy="8229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000000"/>
                </a:solidFill>
              </a:defRPr>
            </a:pPr>
            <a:r>
              <a:t>defaultdb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(System DB)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CockroachDB metadata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System 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486400"/>
            <a:ext cx="8595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Legend: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User Interface: Light blue  |  Agent: Orange (center)  |  Learning (optimization): Pink  |  MCP Protocol: Red (main feature)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SKILL.md: Yellow (main feature)  |  Claude/LLM: Light blue  |  External Services: Gray  |  CockroachDB: Green</a:t>
            </a:r>
          </a:p>
          <a:p>
            <a:pPr>
              <a:defRPr sz="800">
                <a:solidFill>
                  <a:srgbClr val="000000"/>
                </a:solidFill>
              </a:defRPr>
            </a:pPr>
          </a:p>
          <a:p>
            <a:pPr>
              <a:defRPr sz="800">
                <a:solidFill>
                  <a:srgbClr val="000000"/>
                </a:solidFill>
              </a:defRPr>
            </a:pPr>
            <a:r>
              <a:t>Key Components: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Claude (Vertex AI): Sonnet 4.6 with tool use API - Makes intelligent decisions about which tools/skills to use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CockroachDB MCP Server: cockroachlabs.cloud/mcp - Provides 11 database tools via JSON-RPC protocol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Ollama LLM: all-mpnet-base-v2 model - Generates 768-dimensional embeddings for query similarity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MCP Protocol (red arrows): Main feature - Dynamic tool discovery, not hardcoded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SKILL.md Files (orange arrows): 25+ expert guides from cockroachlabs/cockroach GitHub repo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Query Learning (purple arrows): Optimization - Pre-loads skills from past similar queries (30-40% token savings)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