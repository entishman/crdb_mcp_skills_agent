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CockroachDB Cloud Management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MCP Protocol + SKILL.md Knowledge 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🎯 What This Demo Does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Manages CockroachDB Cloud cluster via MCP protocol</a:t>
            </a:r>
          </a:p>
          <a:p>
            <a:pPr lvl="2"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Create databases/tables, run queries, monitor health, all via natural language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11 database tools discovered dynamically</a:t>
            </a:r>
          </a:p>
          <a:p>
            <a:pPr lvl="2"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Agent learns available operations from MCP server at startup - not hardcoded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25+ SKILL.md files provide expert guidance</a:t>
            </a:r>
          </a:p>
          <a:p>
            <a:pPr lvl="2"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Best practices for migrations, performance tuning, security, troubleshooting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Query learning optimizes skill selection</a:t>
            </a:r>
          </a:p>
          <a:p>
            <a:pPr lvl="2"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Pre-loads relevant skills from past similar queries - saves time and tokens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🔑 Core Components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MCP Protocol: Connects to CockroachDB Cloud</a:t>
            </a:r>
          </a:p>
          <a:p>
            <a:pPr lvl="2"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Standard protocol eliminates custom integration - secure, reliable communication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Dynamic Tool Discovery: list_databases, create_table, etc.</a:t>
            </a:r>
          </a:p>
          <a:p>
            <a:pPr lvl="2"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Agent adapts automatically when new database features are added - future-proof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SKILL.md System: Best practices from GitHub docs</a:t>
            </a:r>
          </a:p>
          <a:p>
            <a:pPr lvl="2"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Official CockroachDB expertise built in - always up-to-date with latest docs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fetch_skill: Claude calls when expertise needed</a:t>
            </a:r>
          </a:p>
          <a:p>
            <a:pPr lvl="2"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Claude intelligently requests guidance only for complex tasks - efficient context use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Query Learning: OPTIMIZATION - pre-loads relevant skills</a:t>
            </a:r>
          </a:p>
          <a:p>
            <a:pPr lvl="2"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Remembers which skills helped before - skips fetch_skill step for faster responses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💡 Value Proposition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Natural language interface to complex database operations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Expert guidance from official documentation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Gets more efficient over time (optional optimization)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How to Use This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📋 Prerequisites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CockroachDB Cloud cluster (free tier works!)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Cluster ID and API key from CockroachDB Cloud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Google Cloud project with Vertex AI API enabled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Python 3.8+ with pip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⚙️ Setup Steps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1. Copy config.template.json to config.json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2. Add your CockroachDB cluster_id and api_key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3. Add your Google Cloud project_id and region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4. Install dependencies: pip install -r requirements.txt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5. Run setup: python setup_database.py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   - Creates ai_demo database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   - Creates query_history and skills tables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   - Loads 25+ SKILL.md files from GitHub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🚀 Running the Demo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python main.py (interactive mode)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Ask questions: "list databases", "check cluster health"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Type 'quit' to exit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Architecture: MCP Protocol + SKILL.md Knowledge Base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86200" y="731520"/>
            <a:ext cx="1371600" cy="45720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User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0" y="1188720"/>
            <a:ext cx="0" cy="457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200400" y="1645920"/>
            <a:ext cx="2743200" cy="640080"/>
          </a:xfrm>
          <a:prstGeom prst="roundRect">
            <a:avLst/>
          </a:prstGeom>
          <a:solidFill>
            <a:srgbClr val="FFC8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0">
                <a:solidFill>
                  <a:srgbClr val="000000"/>
                </a:solidFill>
              </a:defRPr>
            </a:pPr>
            <a:r>
              <a:t>Agent (agent.py)</a:t>
            </a:r>
          </a:p>
          <a:p>
            <a:pPr algn="ctr">
              <a:defRPr sz="1300" b="0">
                <a:solidFill>
                  <a:srgbClr val="000000"/>
                </a:solidFill>
              </a:defRPr>
            </a:pPr>
            <a:r>
              <a:t>Orchestrator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2286000" cy="64008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SKILL.md System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25+ Best Practice Guides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Stored in ai_demo.skills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600200" y="2011680"/>
            <a:ext cx="2514600" cy="2743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491740" y="20116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46464"/>
                </a:solidFill>
              </a:defRPr>
            </a:pPr>
            <a:r>
              <a:t>fetch guides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743200"/>
            <a:ext cx="2286000" cy="64008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0">
                <a:solidFill>
                  <a:srgbClr val="000000"/>
                </a:solidFill>
              </a:defRPr>
            </a:pPr>
            <a:r>
              <a:t>Claude Sonnet 4.6</a:t>
            </a:r>
          </a:p>
          <a:p>
            <a:pPr algn="ctr">
              <a:defRPr sz="1100" b="0">
                <a:solidFill>
                  <a:srgbClr val="000000"/>
                </a:solidFill>
              </a:defRPr>
            </a:pPr>
            <a:r>
              <a:t>(Vertex AI)</a:t>
            </a:r>
          </a:p>
          <a:p>
            <a:pPr algn="ctr">
              <a:defRPr sz="1100" b="0">
                <a:solidFill>
                  <a:srgbClr val="000000"/>
                </a:solidFill>
              </a:defRPr>
            </a:pPr>
            <a:r>
              <a:t>Tool Use API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0" y="2011680"/>
            <a:ext cx="1371600" cy="7315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63640" y="22402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46464"/>
                </a:solidFill>
              </a:defRPr>
            </a:pPr>
            <a:r>
              <a:t>API calls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2286000" cy="54864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Query Learning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(OPTIMIZATION)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768-dim embeddings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00200" y="3383280"/>
            <a:ext cx="0" cy="457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200400" y="3840480"/>
            <a:ext cx="2286000" cy="548640"/>
          </a:xfrm>
          <a:prstGeom prst="roundRect">
            <a:avLst/>
          </a:prstGeom>
          <a:solidFill>
            <a:srgbClr val="FFD2D2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MCP Client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(MAIN PROTOCOL)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Dynamic tool discovery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0" y="2286000"/>
            <a:ext cx="0" cy="155448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206240" y="29260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46464"/>
                </a:solidFill>
              </a:defRPr>
            </a:pPr>
            <a:r>
              <a:t>execute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3840480"/>
            <a:ext cx="2286000" cy="548640"/>
          </a:xfrm>
          <a:prstGeom prst="roundRect">
            <a:avLst/>
          </a:prstGeom>
          <a:solidFill>
            <a:srgbClr val="F0DC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MCP Server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cockroachlabs.cloud/mcp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11 Database Tools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0" y="2286000"/>
            <a:ext cx="1143000" cy="155448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49340" y="29260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46464"/>
                </a:solidFill>
              </a:defRPr>
            </a:pPr>
            <a:r>
              <a:t>discover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5029200"/>
            <a:ext cx="4572000" cy="822960"/>
          </a:xfrm>
          <a:prstGeom prst="roundRect">
            <a:avLst/>
          </a:prstGeom>
          <a:solidFill>
            <a:srgbClr val="6496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CockroachDB Cluster</a:t>
            </a:r>
          </a:p>
          <a:p>
            <a:pPr algn="ctr">
              <a:defRPr sz="1100" b="1">
                <a:solidFill>
                  <a:srgbClr val="000000"/>
                </a:solidFill>
              </a:defRPr>
            </a:pPr>
            <a:r>
              <a:t>(THE CLUSTER BEING MANAGED)</a:t>
            </a:r>
          </a:p>
          <a:p>
            <a:pPr algn="ctr">
              <a:defRPr sz="1100" b="1">
                <a:solidFill>
                  <a:srgbClr val="000000"/>
                </a:solidFill>
              </a:defRPr>
            </a:pPr>
            <a:r>
              <a:t>Also stores: skills, query history, embeddings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0" y="4389120"/>
            <a:ext cx="0" cy="64008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366"/>
                </a:solidFill>
              </a:defRPr>
            </a:pPr>
            <a:r>
              <a:t>🎯 Core Value: MCP protocol provides 11 database tools + SKILL.md files provide expert guidance</a:t>
            </a:r>
          </a:p>
          <a:p>
            <a:pPr>
              <a:defRPr sz="1100" b="1">
                <a:solidFill>
                  <a:srgbClr val="003366"/>
                </a:solidFill>
              </a:defRPr>
            </a:pPr>
            <a:r>
              <a:t>💡 Optimization: Query learning pre-loads relevant skills (saves 30-40% tokens)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Flow 1: MCP Tool Discovery &amp; Execution (Core Feature)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640080"/>
            <a:ext cx="2011680" cy="50292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Step 1: User Request</a:t>
            </a:r>
          </a:p>
          <a:p>
            <a:pPr algn="ctr">
              <a:defRPr sz="1100" b="1">
                <a:solidFill>
                  <a:srgbClr val="000000"/>
                </a:solidFill>
              </a:defRPr>
            </a:pPr>
            <a:r>
              <a:t>"list all databases"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0" y="86868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560320" y="640080"/>
            <a:ext cx="2286000" cy="502920"/>
          </a:xfrm>
          <a:prstGeom prst="roundRect">
            <a:avLst/>
          </a:prstGeom>
          <a:solidFill>
            <a:srgbClr val="FFD2D2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Step 2: MCP Discovery</a:t>
            </a:r>
          </a:p>
          <a:p>
            <a:pPr algn="ctr">
              <a:defRPr sz="900" b="1">
                <a:solidFill>
                  <a:srgbClr val="000000"/>
                </a:solidFill>
              </a:defRPr>
            </a:pPr>
            <a:r>
              <a:t>mcp_client.py: list_tools()</a:t>
            </a:r>
          </a:p>
          <a:p>
            <a:pPr algn="ctr">
              <a:defRPr sz="900" b="1">
                <a:solidFill>
                  <a:srgbClr val="000000"/>
                </a:solidFill>
              </a:defRPr>
            </a:pPr>
            <a:r>
              <a:t>JSON-RPC: tools/list</a:t>
            </a:r>
          </a:p>
          <a:p>
            <a:pPr algn="ctr">
              <a:defRPr sz="900" b="1">
                <a:solidFill>
                  <a:srgbClr val="000000"/>
                </a:solidFill>
              </a:defRPr>
            </a:pPr>
            <a:r>
              <a:t>MCP Server returns 11 tools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846320" y="86868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120640" y="640080"/>
            <a:ext cx="2651760" cy="502920"/>
          </a:xfrm>
          <a:prstGeom prst="roundRect">
            <a:avLst/>
          </a:prstGeom>
          <a:solidFill>
            <a:srgbClr val="F0DC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Step 3: Tool Definitions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list_databases, create_database,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select_query, get_cluster, etc.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Converted to Claude API format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0" y="1143000"/>
            <a:ext cx="0" cy="228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20640" y="1371600"/>
            <a:ext cx="2651760" cy="50292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Step 4: Call Claude API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agent.py: run_task()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claude.messages.create(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  tools=[11 MCP tools])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0" y="1874519"/>
            <a:ext cx="0" cy="228601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20640" y="2103120"/>
            <a:ext cx="2651760" cy="64008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Step 5: Claude Decides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Claude reads tool descriptions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Decides: need list_databases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Returns: tool_use block with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tool_name="list_databases"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0" y="2743200"/>
            <a:ext cx="0" cy="228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20640" y="2971800"/>
            <a:ext cx="2651760" cy="685800"/>
          </a:xfrm>
          <a:prstGeom prst="roundRect">
            <a:avLst/>
          </a:prstGeom>
          <a:solidFill>
            <a:srgbClr val="FFD2D2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1">
                <a:solidFill>
                  <a:srgbClr val="000000"/>
                </a:solidFill>
              </a:defRPr>
            </a:pPr>
            <a:r>
              <a:t>Step 6: Execute via MCP</a:t>
            </a:r>
          </a:p>
          <a:p>
            <a:pPr algn="ctr">
              <a:defRPr sz="850" b="1">
                <a:solidFill>
                  <a:srgbClr val="000000"/>
                </a:solidFill>
              </a:defRPr>
            </a:pPr>
            <a:r>
              <a:t>mcp_client.py:</a:t>
            </a:r>
          </a:p>
          <a:p>
            <a:pPr algn="ctr">
              <a:defRPr sz="850" b="1">
                <a:solidFill>
                  <a:srgbClr val="000000"/>
                </a:solidFill>
              </a:defRPr>
            </a:pPr>
            <a:r>
              <a:t>execute_tool_call(</a:t>
            </a:r>
          </a:p>
          <a:p>
            <a:pPr algn="ctr">
              <a:defRPr sz="850" b="1">
                <a:solidFill>
                  <a:srgbClr val="000000"/>
                </a:solidFill>
              </a:defRPr>
            </a:pPr>
            <a:r>
              <a:t>  "list_databases", {})</a:t>
            </a:r>
          </a:p>
          <a:p>
            <a:pPr algn="ctr">
              <a:defRPr sz="850" b="1">
                <a:solidFill>
                  <a:srgbClr val="000000"/>
                </a:solidFill>
              </a:defRPr>
            </a:pPr>
            <a:r>
              <a:t>JSON-RPC → MCP Server</a:t>
            </a:r>
          </a:p>
          <a:p>
            <a:pPr algn="ctr">
              <a:defRPr sz="850" b="1">
                <a:solidFill>
                  <a:srgbClr val="000000"/>
                </a:solidFill>
              </a:defRPr>
            </a:pPr>
            <a:r>
              <a:t>MCP → CockroachDB cluster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0" y="3657600"/>
            <a:ext cx="0" cy="228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20640" y="3886200"/>
            <a:ext cx="2651760" cy="594360"/>
          </a:xfrm>
          <a:prstGeom prst="roundRect">
            <a:avLst/>
          </a:prstGeom>
          <a:solidFill>
            <a:srgbClr val="B4DC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Step 7: Database Results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CockroachDB: SHOW DATABASES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Returns: defaultdb, ai_demo,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postgres, system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MCP → Agent → Claude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846320" y="416052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560320" y="3886200"/>
            <a:ext cx="2286000" cy="59436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Step 8: Claude Formats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Claude receives data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Formats nice answer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Returns to user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2286000" y="416052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74320" y="3886200"/>
            <a:ext cx="2011680" cy="59436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Step 9: User Sees Answer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"Your cluster has 4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databases: defaultdb,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ai_demo, postgres, system"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709160"/>
            <a:ext cx="411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06400"/>
                </a:solidFill>
              </a:defRPr>
            </a:pPr>
            <a:r>
              <a:t>🔑 MCP Protocol: Model Context Protocol provides standardized interface to CockroachDB Cloud. Agent discovers tools dynamically - no hardcoded assumptions!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709160"/>
            <a:ext cx="411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06400"/>
                </a:solidFill>
              </a:defRPr>
            </a:pPr>
            <a:r>
              <a:t>🛠️ 11 MCP Tools: list_databases, create_database, list_tables, create_table, select_query, insert_rows, get_cluster, get_cluster_cert, and 3 more. All discovered automatically!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534924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t>💡 This flow works WITHOUT any SKILL.md files. Claude knows basic SQL from training. Tools provide the interface to execute commands.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Flow 2: SKILL.md Files - Expert Guidance for Complex Tasks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640080"/>
            <a:ext cx="2011680" cy="54864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Step 1: Complex Request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"Set up MOLT Replicator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for MySQL migration"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0" y="91440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560320" y="640080"/>
            <a:ext cx="2286000" cy="54864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Step 2: Claude Realizes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"I need expert guidance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for MOLT migrations"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Has tool: fetch_skill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846320" y="91440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120640" y="640080"/>
            <a:ext cx="2651760" cy="54864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1">
                <a:solidFill>
                  <a:srgbClr val="000000"/>
                </a:solidFill>
              </a:defRPr>
            </a:pPr>
            <a:r>
              <a:t>Step 3: Fetch SKILL.md</a:t>
            </a:r>
          </a:p>
          <a:p>
            <a:pPr algn="ctr">
              <a:defRPr sz="850" b="1">
                <a:solidFill>
                  <a:srgbClr val="000000"/>
                </a:solidFill>
              </a:defRPr>
            </a:pPr>
            <a:r>
              <a:t>Claude calls:</a:t>
            </a:r>
          </a:p>
          <a:p>
            <a:pPr algn="ctr">
              <a:defRPr sz="850" b="1">
                <a:solidFill>
                  <a:srgbClr val="000000"/>
                </a:solidFill>
              </a:defRPr>
            </a:pPr>
            <a:r>
              <a:t>fetch_skill("onboarding-and-</a:t>
            </a:r>
          </a:p>
          <a:p>
            <a:pPr algn="ctr">
              <a:defRPr sz="850" b="1">
                <a:solidFill>
                  <a:srgbClr val="000000"/>
                </a:solidFill>
              </a:defRPr>
            </a:pPr>
            <a:r>
              <a:t>migrations/molt-replicator")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0" y="1188720"/>
            <a:ext cx="0" cy="228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20640" y="1417320"/>
            <a:ext cx="2651760" cy="640080"/>
          </a:xfrm>
          <a:prstGeom prst="roundRect">
            <a:avLst/>
          </a:prstGeom>
          <a:solidFill>
            <a:srgbClr val="B4DC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Step 4: Load from Database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skill_fetcher.py: get_skill()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Query: ai_demo.skills table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Returns: 8KB best practices doc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From CockroachDB Docs GitHub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0" y="2057400"/>
            <a:ext cx="0" cy="228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20640" y="2286000"/>
            <a:ext cx="2651760" cy="59436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Step 5: SKILL.md Content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• Prerequisites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• Setup steps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• Common issues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• Best practices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0" y="2880360"/>
            <a:ext cx="0" cy="228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20640" y="3108960"/>
            <a:ext cx="2651760" cy="54864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Step 6: Expert Analysis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Claude uses SKILL.md to: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1. Check existing setup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2. Guide configuration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3. Provide best practices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846320" y="338328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560320" y="3108960"/>
            <a:ext cx="2286000" cy="548640"/>
          </a:xfrm>
          <a:prstGeom prst="roundRect">
            <a:avLst/>
          </a:prstGeom>
          <a:solidFill>
            <a:srgbClr val="FFD2D2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Step 7: Use MCP Tools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select_query() to check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create_database() if needed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Based on SKILL.md guidance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2286000" y="338328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74320" y="3108960"/>
            <a:ext cx="2011680" cy="54864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Step 8: Complete Guide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Claude provides: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• Step-by-step plan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• Commands to run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• Troubleshooting tips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931920"/>
            <a:ext cx="2011680" cy="45720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Step 9: Store Learning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query + skills_used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Next time: pre-loaded!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286000" y="416052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560320" y="3931920"/>
            <a:ext cx="2286000" cy="45720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Step 10: Optimization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Future similar queries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get skill pre-loaded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(saves 1 API call)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709160"/>
            <a:ext cx="411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06400"/>
                </a:solidFill>
              </a:defRPr>
            </a:pPr>
            <a:r>
              <a:t>📚 SKILL.md Files: 25+ expert guides from cockroachlabs/cockroach GitHub. Cover: migrations, performance, security, operations, troubleshooting. Stored in CockroachDB itself!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709160"/>
            <a:ext cx="411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06400"/>
                </a:solidFill>
              </a:defRPr>
            </a:pPr>
            <a:r>
              <a:t>🎯 fetch_skill Tool: Available to Claude just like list_databases. Claude decides when it needs expertise. Not always needed - simple queries work without any skills!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34924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t>🚀 MCP Tools + SKILL.md = Complete Solution. Tools execute operations. Skills provide expert guidance. Together = powerful cluster management assistant.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Flow 3: Query Learning - Optimization (Not the Main Feature)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640080"/>
            <a:ext cx="2011680" cy="50292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Step 1: User Query</a:t>
            </a:r>
          </a:p>
          <a:p>
            <a:pPr algn="ctr">
              <a:defRPr sz="1100" b="1">
                <a:solidFill>
                  <a:srgbClr val="000000"/>
                </a:solidFill>
              </a:defRPr>
            </a:pPr>
            <a:r>
              <a:t>"Check for hot ranges"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0" y="86868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560320" y="640080"/>
            <a:ext cx="2286000" cy="502920"/>
          </a:xfrm>
          <a:prstGeom prst="roundRect">
            <a:avLst/>
          </a:prstGeom>
          <a:solidFill>
            <a:srgbClr val="FFE6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Step 2: Generate Embedding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OPTIONAL OPTIMIZATION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ollama_embedding_manager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→ 768-dim vector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846320" y="86868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120640" y="640080"/>
            <a:ext cx="2651760" cy="548640"/>
          </a:xfrm>
          <a:prstGeom prst="roundRect">
            <a:avLst/>
          </a:prstGeom>
          <a:solidFill>
            <a:srgbClr val="B4FF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Step 3: Search History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query_store.py: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find_similar_queries()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CockroachDB pgvector search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✅ Found: "analyze hotspots"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0" y="1188720"/>
            <a:ext cx="0" cy="228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20640" y="1417320"/>
            <a:ext cx="2651760" cy="54864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Step 4: Pre-load Skills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Past query used: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"observability-and-diagnostics/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analyzing-range-distribution"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Load it before calling Claude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0" y="1965960"/>
            <a:ext cx="0" cy="228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20640" y="2194560"/>
            <a:ext cx="2651760" cy="82296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Benefits:</a:t>
            </a:r>
          </a:p>
          <a:p>
            <a:pPr algn="ctr">
              <a:defRPr sz="900" b="1">
                <a:solidFill>
                  <a:srgbClr val="000000"/>
                </a:solidFill>
              </a:defRPr>
            </a:pPr>
            <a:r>
              <a:t>✅ Saves 1 API call</a:t>
            </a:r>
          </a:p>
          <a:p>
            <a:pPr algn="ctr">
              <a:defRPr sz="900" b="1">
                <a:solidFill>
                  <a:srgbClr val="000000"/>
                </a:solidFill>
              </a:defRPr>
            </a:pPr>
            <a:r>
              <a:t>✅ 30-40% fewer tokens</a:t>
            </a:r>
          </a:p>
          <a:p>
            <a:pPr algn="ctr">
              <a:defRPr sz="900" b="1">
                <a:solidFill>
                  <a:srgbClr val="000000"/>
                </a:solidFill>
              </a:defRPr>
            </a:pPr>
            <a:r>
              <a:t>✅ Faster response</a:t>
            </a:r>
          </a:p>
          <a:p>
            <a:pPr algn="ctr">
              <a:defRPr sz="900" b="1">
                <a:solidFill>
                  <a:srgbClr val="000000"/>
                </a:solidFill>
              </a:defRPr>
            </a:pPr>
            <a:r>
              <a:t>✅ Same quality answer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1645920"/>
            <a:ext cx="3657600" cy="548640"/>
          </a:xfrm>
          <a:prstGeom prst="roundRect">
            <a:avLst/>
          </a:prstGeom>
          <a:solidFill>
            <a:srgbClr val="FFC8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WITHOUT Optimization: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User query → Claude → fetch_skill → Claude again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(2 Claude API calls)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1920" y="192024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06240" y="1645920"/>
            <a:ext cx="3657600" cy="548640"/>
          </a:xfrm>
          <a:prstGeom prst="roundRect">
            <a:avLst/>
          </a:prstGeom>
          <a:solidFill>
            <a:srgbClr val="B4FF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WITH Optimization:</a:t>
            </a:r>
          </a:p>
          <a:p>
            <a:pPr algn="ctr">
              <a:defRPr sz="900" b="1">
                <a:solidFill>
                  <a:srgbClr val="000000"/>
                </a:solidFill>
              </a:defRPr>
            </a:pPr>
            <a:r>
              <a:t>User query → Pre-load skill → Claude once</a:t>
            </a:r>
          </a:p>
          <a:p>
            <a:pPr algn="ctr">
              <a:defRPr sz="900" b="1">
                <a:solidFill>
                  <a:srgbClr val="000000"/>
                </a:solidFill>
              </a:defRPr>
            </a:pPr>
            <a:r>
              <a:t>(1 Claude API call - faster &amp; cheaper)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383280"/>
            <a:ext cx="8412480" cy="64008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How Query Learning Works: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1. Every query is converted to 768-dim embedding (sentence-transformers)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2. Stored in CockroachDB with which skills helped answer it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3. Next similar query: pgvector finds match in &lt;1ms (HNSW index)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4. Pre-load those skills → Skip fetch_skill step → Faster &amp; cheaper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29768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0066"/>
                </a:solidFill>
              </a:defRPr>
            </a:pPr>
            <a:r>
              <a:t>🎯 KEY POINT: Learning is just an OPTIMIZATION</a:t>
            </a:r>
          </a:p>
          <a:p>
            <a:pPr>
              <a:defRPr sz="1100" b="1">
                <a:solidFill>
                  <a:srgbClr val="660066"/>
                </a:solidFill>
              </a:defRPr>
            </a:pPr>
            <a:r>
              <a:t>• Demo works perfectly WITHOUT learning (just slower)</a:t>
            </a:r>
          </a:p>
          <a:p>
            <a:pPr>
              <a:defRPr sz="1100" b="1">
                <a:solidFill>
                  <a:srgbClr val="660066"/>
                </a:solidFill>
              </a:defRPr>
            </a:pPr>
            <a:r>
              <a:t>• Main value: MCP tools + SKILL.md files</a:t>
            </a:r>
          </a:p>
          <a:p>
            <a:pPr>
              <a:defRPr sz="1100" b="1">
                <a:solidFill>
                  <a:srgbClr val="660066"/>
                </a:solidFill>
              </a:defRPr>
            </a:pPr>
            <a:r>
              <a:t>• Learning: Means to efficiently use SKILL.md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12064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Performance Comparison: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5440680"/>
            <a:ext cx="2743200" cy="457200"/>
          </a:xfrm>
          <a:prstGeom prst="roundRect">
            <a:avLst/>
          </a:prstGeom>
          <a:solidFill>
            <a:srgbClr val="FFC8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Without Learning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~3 sec, 2 API calls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5440680"/>
            <a:ext cx="2743200" cy="457200"/>
          </a:xfrm>
          <a:prstGeom prst="roundRect">
            <a:avLst/>
          </a:prstGeom>
          <a:solidFill>
            <a:srgbClr val="FFE6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With Learning (1st time)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~3 sec, 2 API calls, +store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5440680"/>
            <a:ext cx="2560320" cy="457200"/>
          </a:xfrm>
          <a:prstGeom prst="roundRect">
            <a:avLst/>
          </a:prstGeom>
          <a:solidFill>
            <a:srgbClr val="B4FF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With Learning (2nd time)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~2 sec, 1 API call 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Real-World Applications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Real-World Use Cases: Managing CockroachDB Cloud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840480" cy="54864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🔧 Cluster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• "Show me cluster info"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"List all databases"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"Check cluster health"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Uses: get_cluster, list_databases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SKILL.md: operations guides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097280"/>
            <a:ext cx="3840480" cy="54864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📊 Database Creation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737360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• "Create test_db for staging"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"Create users table with schema"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Uses: create_database, create_table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With safety confirmations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SKILL.md: schema design best practices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3840480" cy="548640"/>
          </a:xfrm>
          <a:prstGeom prst="roundRect">
            <a:avLst/>
          </a:prstGeom>
          <a:solidFill>
            <a:srgbClr val="FFE6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🔍 Query &amp;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• "Show slow queries"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"Analyze range distribution"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"Find table hotspots"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Uses: select_query with expert SQL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SKILL.md: observability guides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3108960"/>
            <a:ext cx="3840480" cy="54864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🚀 Migrations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749039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• "Set up MOLT Replicator"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"Migrate from MySQL"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"Best practices for MOLT Fetch"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Uses: MCP tools + extensive SKILL.md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Guides through complex processes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5120640"/>
            <a:ext cx="3840480" cy="548640"/>
          </a:xfrm>
          <a:prstGeom prst="roundRect">
            <a:avLst/>
          </a:prstGeom>
          <a:solidFill>
            <a:srgbClr val="F0DC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🎓 Learning &amp;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5760720"/>
            <a:ext cx="3840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• "How do I optimize this query?"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"Security best practices?"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Pulls from 25+ SKILL.md files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Consistent expert answers 24/7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Why CockroachDB: The Cluster Being Managed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60066"/>
                </a:solidFill>
              </a:defRPr>
            </a:pPr>
            <a:r>
              <a:t>This demo manages a CockroachDB Cloud cluster using MCP protocol.</a:t>
            </a:r>
          </a:p>
          <a:p>
            <a:pPr algn="ctr">
              <a:defRPr sz="1600" b="1">
                <a:solidFill>
                  <a:srgbClr val="660066"/>
                </a:solidFill>
              </a:defRPr>
            </a:pPr>
            <a:r>
              <a:t>The same database ALSO stores the agent's metadata (skills, query history).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931920" cy="640080"/>
          </a:xfrm>
          <a:prstGeom prst="roundRect">
            <a:avLst/>
          </a:prstGeom>
          <a:solidFill>
            <a:srgbClr val="FFD2D2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🎯 Target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3931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The cluster being managed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MCP provides tools to interact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Create databases, tables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Run queries and analysis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Monitor health and performance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828800"/>
            <a:ext cx="3931920" cy="64008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📚 Metadata 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560320"/>
            <a:ext cx="3931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ai_demo.skills: 25+ SKILL.md files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ai_demo.query_history: Learning data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Embeddings with pgvector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All in the same cluster!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Eating its own dog food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23360"/>
            <a:ext cx="3931920" cy="64008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🔒 Production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3931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ACID transactions for writes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Strong consistency guarantees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OAuth authentication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Distributed globally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Horizontal scalability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4023360"/>
            <a:ext cx="3931920" cy="64008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🧠 Vector 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4754880"/>
            <a:ext cx="3931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Native pgvector support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768-dim embeddings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HNSW index for fast search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No external vector DB needed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SQL + vectors in one 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126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366"/>
                </a:solidFill>
              </a:defRPr>
            </a:pPr>
            <a:r>
              <a:t>🎉 Unique Value: CockroachDB is both the TARGET (cluster being managed) and the INFRASTRUCTURE (stores skills, learning data). One distributed database for everything!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Technical Details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MCP Protocol &amp; SKILL.md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🔌 MCP Protocol (Model Context Protocol)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Standard protocol for AI-to-database communication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JSON-RPC 2.0 over HTTPS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Server: cockroachlabs.cloud/mcp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Tools/list: Discovers available operations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Tools/call: Executes database operations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🛠️ 11 Discovered MCP Tools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Read: list_databases, list_tables, select_query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Write: create_database, create_table, insert_rows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Cluster: get_cluster, get_cluster_cert, get_cluster_api_key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Plus 2 more... all discovered at runtime!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📚 SKILL.md Knowledge Base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25+ expert guides from cockroachlabs/cockroach GitHub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Categories: operations, security, migrations, diagnostics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Stored in CockroachDB ai_demo.skills table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fetch_skill tool: Claude loads when needed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Query Learning (Optimization)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⚡ Query Learning: Optional Optimization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NOT the main feature - just makes it faster!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Works perfectly without learning (just 1 extra API call)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How It Works: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Every query → 768-dim embedding (sentence-transformers)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Store: query text + embedding + skills_used[]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Next time: pgvector finds similar (HNSW index)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Pre-load those skills → Skip fetch_skill → Faster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Performance Impact: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Without learning: ~3 sec (2 Claude API calls)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With learning (1st): ~3 sec + store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With learning (2nd+): ~2 sec (1 Claude API call)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Saves: 30-40% tokens, 1 API call, ~1 second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Why It Matters: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Means to efficiently use SKILL.md files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Not the goal - just an optimization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Demo value: MCP + SKILL.md, not learning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Write Operations with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✍️ Write Operations (April 5, 2026)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create_database: Create new databases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create_table: Create tables with DDL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insert_rows: Insert data safely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🔒 Safety Features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User confirmation REQUIRED for every write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Shows exact operation before execution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Can cancel any operation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OAuth authentication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Dark orange warning for visibility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❌ Not Supported (By Design)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UPDATE, DELETE - too risky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DROP, TRUNCATE - destructive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All dangerous operations blocked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Summary: MCP + SKILL.md = Powerful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🎯 Core Demo Value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MCP Protocol: Standard interface to CockroachDB Cloud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SKILL.md Files: 25+ expert guides from official docs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Natural language → Database operations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Complex tasks guided by best practices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⚡ Optimizations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Dynamic tool discovery: Not brittle, adapts automatically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Query learning: Pre-loads relevant skills (30-40% faster)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Zero-skill mode: Simple queries need no SKILL.md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🚀 Why CockroachDB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It's the cluster being managed (via MCP)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Also stores: SKILL.md files, query history, embeddings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One database for everything: target + infrastructure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pgvector: No external vector DB needed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ACID transactions: Safe writes, no lost learning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Global distribution: Deploy agents worldwide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