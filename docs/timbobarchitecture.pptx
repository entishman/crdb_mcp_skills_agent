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Aidemo2 Complete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3C3C3C"/>
                </a:solidFill>
              </a:defRPr>
            </a:pPr>
            <a:r>
              <a:t>Self-Learning CockroachDB Agent with Query-Based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822960"/>
            <a:ext cx="1371600" cy="36576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User</a:t>
            </a:r>
          </a:p>
          <a:p>
            <a:pPr algn="ctr">
              <a:defRPr sz="1000" b="1">
                <a:solidFill>
                  <a:srgbClr val="000000"/>
                </a:solidFill>
              </a:defRPr>
            </a:pPr>
            <a:r>
              <a:t>Natural Language 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18872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71800" y="1463040"/>
            <a:ext cx="3200400" cy="54864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Agent (agent.py)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Orchestrator &amp; Learning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86000"/>
            <a:ext cx="164592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 Store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(query_store.py)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Similarity Search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920240" y="1783080"/>
            <a:ext cx="1051560" cy="731520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2926080"/>
            <a:ext cx="164592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Embedding Manager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(ollama_embedding_manager.py)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768-dim Vectors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20240" y="1920240"/>
            <a:ext cx="1051560" cy="1234440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86000"/>
            <a:ext cx="1600200" cy="50292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CockroachDB Manager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(database interaction)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read/write queries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2011680"/>
            <a:ext cx="0" cy="27432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2286000"/>
            <a:ext cx="1463040" cy="50292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MCP Tools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(mcp_client.py)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11 tools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754880" y="1783080"/>
            <a:ext cx="1417320" cy="7315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286000"/>
            <a:ext cx="1463040" cy="50292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SKILL.md Files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(skill_fetcher.py)</a:t>
            </a:r>
          </a:p>
          <a:p>
            <a:pPr algn="ctr">
              <a:defRPr sz="900" b="1">
                <a:solidFill>
                  <a:srgbClr val="000000"/>
                </a:solidFill>
              </a:defRPr>
            </a:pPr>
            <a:r>
              <a:t>25+ guides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6172200" y="1920240"/>
            <a:ext cx="228600" cy="594360"/>
          </a:xfrm>
          <a:prstGeom prst="line">
            <a:avLst/>
          </a:prstGeom>
          <a:ln w="254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2286000"/>
            <a:ext cx="914400" cy="50292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Claude API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(Vertex AI)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Sonnet 4.6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0" y="1737360"/>
            <a:ext cx="1874520" cy="548640"/>
          </a:xfrm>
          <a:prstGeom prst="line">
            <a:avLst/>
          </a:prstGeom>
          <a:ln w="25400">
            <a:solidFill>
              <a:srgbClr val="006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46720" y="2926080"/>
            <a:ext cx="914400" cy="41148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50" b="0">
                <a:solidFill>
                  <a:srgbClr val="000000"/>
                </a:solidFill>
              </a:defRPr>
            </a:pPr>
            <a:r>
              <a:t>GitHub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cockroachdb/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cockroach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25 SKILL.md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7132320" y="2788920"/>
            <a:ext cx="914400" cy="13716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" y="3840480"/>
            <a:ext cx="8595360" cy="45720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CockroachDB Cluster (ttc-demo)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7280" y="3429000"/>
            <a:ext cx="274320" cy="411480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49039" y="2788920"/>
            <a:ext cx="0" cy="105156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029200" y="2788920"/>
            <a:ext cx="457200" cy="10515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480560"/>
            <a:ext cx="2560320" cy="8229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750" b="0">
                <a:solidFill>
                  <a:srgbClr val="000000"/>
                </a:solidFill>
              </a:defRPr>
            </a:pPr>
            <a:r>
              <a:t>ai_demo database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(Learning Storage)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query_history table: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query_text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embedding (768-dim)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skills_used[]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skills table: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skill_name</a:t>
            </a:r>
          </a:p>
          <a:p>
            <a:pPr algn="ctr">
              <a:defRPr sz="750" b="0">
                <a:solidFill>
                  <a:srgbClr val="000000"/>
                </a:solidFill>
              </a:defRPr>
            </a:pPr>
            <a:r>
              <a:t>- content (SKILL.md)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4480560"/>
            <a:ext cx="2560320" cy="8229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testdb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(User Data)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Application tables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User-created schemas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Test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480560"/>
            <a:ext cx="2560320" cy="8229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defaultdb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(System DB)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CockroachDB metadata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System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486400"/>
            <a:ext cx="8595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Legend: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User Interface: Light blue  |  Agent Components: Orange (center), Pink (learning - optimization), Yellow (skills - main feature)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LLM Services: Light blue  |  Embedding &amp; Data: Pink  |  External Services: Gray  |  CockroachDB Storage: Green</a:t>
            </a:r>
          </a:p>
          <a:p>
            <a:pPr>
              <a:defRPr sz="800">
                <a:solidFill>
                  <a:srgbClr val="000000"/>
                </a:solidFill>
              </a:defRPr>
            </a:pPr>
          </a:p>
          <a:p>
            <a:pPr>
              <a:defRPr sz="800">
                <a:solidFill>
                  <a:srgbClr val="000000"/>
                </a:solidFill>
              </a:defRPr>
            </a:pPr>
            <a:r>
              <a:t>Key Features: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MCP Protocol (red arrows): Main feature - 11 database tools discovered dynamically from cockroachlabs.cloud/mcp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SKILL.md Files (orange arrows): Expert guidance - 25+ best practice guides from official CockroachDB docs</a:t>
            </a:r>
          </a:p>
          <a:p>
            <a:pPr>
              <a:defRPr sz="800">
                <a:solidFill>
                  <a:srgbClr val="000000"/>
                </a:solidFill>
              </a:defRPr>
            </a:pPr>
            <a:r>
              <a:t>• Query Learning (purple arrows): Optimization - Pre-loads relevant skills based on similarity search (saves 30-40% tokens)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