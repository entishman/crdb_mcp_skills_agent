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Intelligent CockroachDB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Self-Learning AI Assistant with Progressive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🎯 What It Does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Natural language interface to CockroachDB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Learns from every interaction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Gets smarter over time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Can create databases and tables safely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🧠 How It Works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asks question in plain English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Agent finds similar past queries (768-dim embeddings)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Loads only relevant documentation (SKILL.md files)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Claude API answers using MCP tools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Stores what worked for future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Architecture: Complete Component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6200" y="731520"/>
            <a:ext cx="1371600" cy="457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1887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645920"/>
            <a:ext cx="2743200" cy="64008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t>Agent (agent.py)</a:t>
            </a:r>
          </a:p>
          <a:p>
            <a: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82880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Embedding Manager</a:t>
            </a:r>
          </a:p>
          <a:p>
            <a:r>
              <a:t>sentence-transformers</a:t>
            </a:r>
          </a:p>
          <a:p>
            <a:r>
              <a:t>768-dim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011680"/>
            <a:ext cx="27432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0" y="1965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182880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Claude Sonnet 4.6</a:t>
            </a:r>
          </a:p>
          <a:p>
            <a:r>
              <a:t>(Vertex AI)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011680"/>
            <a:ext cx="1371600" cy="7315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API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82880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Query Store</a:t>
            </a:r>
          </a:p>
          <a:p>
            <a:r>
              <a:t>(query_store.py)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371600" y="2286000"/>
            <a:ext cx="274320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2880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find similar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840480"/>
            <a:ext cx="182880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Skill Fetcher</a:t>
            </a:r>
          </a:p>
          <a:p>
            <a:r>
              <a:t>(skill_fetcher.py)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286000"/>
            <a:ext cx="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2880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load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182880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MCP Client</a:t>
            </a:r>
          </a:p>
          <a:p>
            <a:r>
              <a:t>(mcp_client.py)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2286000"/>
            <a:ext cx="137160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15000" y="2880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execute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ai_demo.query_history</a:t>
            </a:r>
          </a:p>
          <a:p>
            <a:r>
              <a:t>768-dim vectors + skills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" y="43891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017520" y="484632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ai_demo.skills</a:t>
            </a:r>
          </a:p>
          <a:p>
            <a:r>
              <a:t>SKILL.md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43891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43600" y="4846320"/>
            <a:ext cx="182880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MCP Server</a:t>
            </a:r>
          </a:p>
          <a:p>
            <a:r>
              <a:t>cockroachlabs.cloud/mcp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43891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86000" y="5760720"/>
            <a:ext cx="4572000" cy="64008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CockroachDB Cluster</a:t>
            </a:r>
          </a:p>
          <a:p>
            <a:r>
              <a:t>(Distributed SQL Database)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00200" y="5394960"/>
            <a:ext cx="20574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14800" y="5394960"/>
            <a:ext cx="4572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486400" y="5394960"/>
            <a:ext cx="13716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Data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Flow: New Query (Cold Start)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457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1. User: "List databases"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1430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0" y="914400"/>
            <a:ext cx="2286000" cy="45720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2. Generate Embedding</a:t>
            </a:r>
          </a:p>
          <a:p>
            <a:r>
              <a:t>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11430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0" y="914400"/>
            <a:ext cx="2743200" cy="45720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3. Search query_history</a:t>
            </a:r>
          </a:p>
          <a:p>
            <a:r>
              <a:t>❌ No similar match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13716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828800"/>
            <a:ext cx="274320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4. Pre-load Skills</a:t>
            </a:r>
          </a:p>
          <a:p>
            <a:r>
              <a:t>0 skills (optimized!)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2860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2743200"/>
            <a:ext cx="2743200" cy="4572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5. Call Claude API</a:t>
            </a:r>
          </a:p>
          <a:p>
            <a:r>
              <a:t>Vertex AI Sonnet 4.6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32004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3657600"/>
            <a:ext cx="2743200" cy="45720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6. Execute MCP Tool</a:t>
            </a:r>
          </a:p>
          <a:p>
            <a:r>
              <a:t>list_databases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41148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4572000"/>
            <a:ext cx="2743200" cy="45720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7. Query CockroachDB</a:t>
            </a:r>
          </a:p>
          <a:p>
            <a:r>
              <a:t>SHOW DATABASES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029200" y="48006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4572000"/>
            <a:ext cx="2286000" cy="45720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8. Return Answer</a:t>
            </a:r>
          </a:p>
          <a:p>
            <a:r>
              <a:t>to user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86000" y="48006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572000"/>
            <a:ext cx="182880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9. Store in DB</a:t>
            </a:r>
          </a:p>
          <a:p>
            <a:r>
              <a:t>query + 0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400"/>
                </a:solidFill>
              </a:defRPr>
            </a:pPr>
            <a:r>
              <a:t>💡 Zero-Skill Optimization: Simple queries use MCP tools directly, no SKILL.md files needed!</a:t>
            </a:r>
          </a:p>
          <a:p>
            <a:r>
              <a:t>Result: ~30-40% token savings vs old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Flow: Learned Query (Warm Start)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286000" cy="457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1. User: "Check hotspots"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11430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914400"/>
            <a:ext cx="2286000" cy="45720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2. Generate Embedding</a:t>
            </a:r>
          </a:p>
          <a:p>
            <a:r>
              <a:t>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11430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0" y="914400"/>
            <a:ext cx="2743200" cy="45720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3. Search query_history</a:t>
            </a:r>
          </a:p>
          <a:p>
            <a:r>
              <a:t>✓ Match: 0.78 similarity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13716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1828800"/>
            <a:ext cx="274320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4. Pre-load Skills</a:t>
            </a:r>
          </a:p>
          <a:p>
            <a:r>
              <a:t>analyzing-range-dist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2860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2743200"/>
            <a:ext cx="2743200" cy="4572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5. Call Claude API</a:t>
            </a:r>
          </a:p>
          <a:p>
            <a:r>
              <a:t>+ skill 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0" y="32004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0" y="3657600"/>
            <a:ext cx="2743200" cy="45720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6. Uses Skill</a:t>
            </a:r>
          </a:p>
          <a:p>
            <a:r>
              <a:t>to check ranges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411480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0" y="4572000"/>
            <a:ext cx="2743200" cy="45720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7. Execute Queries</a:t>
            </a:r>
          </a:p>
          <a:p>
            <a:r>
              <a:t>SHOW RANGES...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486400" y="48006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00400" y="4572000"/>
            <a:ext cx="2286000" cy="45720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8. Expert Answer</a:t>
            </a:r>
          </a:p>
          <a:p>
            <a:r>
              <a:t>with analysis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743200" y="480060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572000"/>
            <a:ext cx="228600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9. Update DB</a:t>
            </a:r>
          </a:p>
          <a:p>
            <a:r>
              <a:t>confirm skill helped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400"/>
                </a:solidFill>
              </a:defRPr>
            </a:pPr>
            <a:r>
              <a:t>🎯 Progressive Learning: System gets faster and smarter! Query 1 = slow. Query 100 = instant expert.</a:t>
            </a:r>
          </a:p>
          <a:p>
            <a:r>
              <a:t>Similarity threshold: 0.3 (tuned for 768-dim embeddings)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Real-World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84048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🔧 DevOps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"Check cluster health daily"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"Find slow queries and optimize"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"Monitor background jobs"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Learns patterns over time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No script maintenance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84048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👨‍💼 DBA Self-Service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"Create test database for QA"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"Show schema for users table"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"Insert sample data"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Natural language → SQL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Safety confirmations built-in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84048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🎫 Support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Customer: "My query is slow"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Agent analyzes &amp; suggests fixes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Follows best practices (SKILL.md)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Learns from past tickets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support load 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108960"/>
            <a:ext cx="38404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📚 Training &amp;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New devs ask questions 24/7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Consistent accurate answers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References official docs (SKILL.md)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Tracks common questions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training time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5120640"/>
            <a:ext cx="384048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🚀 Migration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576072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"Best practices for MOLT Fetch?"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Guides through complex migrations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Learns from migration patterns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migration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CockroachDB Powers This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🧠 Native pgvector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Stores 768-dim embeddings natively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HNSW index for fast similarity search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external vector DB needed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SQL + vectors in one place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Cosine similarity: &lt;-&gt; 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📈 Horizontal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Add nodes as queries grow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Auto-rebalancing of data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sharding complexity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Handles millions of queries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Linear scale-out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3931920" cy="64008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🔒 ACID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Store query + embedding atomically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lost learning data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Strong consistency guarantees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Multi-row writes are safe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Learning survives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291840"/>
            <a:ext cx="393192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🌍 Global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02336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Deploy agents globally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Shared learning across regions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Low-latency reads everywhere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Multi-region resilience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Follow-the-sun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5486400"/>
            <a:ext cx="3931920" cy="64008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🎯 SQL + JSON Flexibility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62179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Store SKILL.md as TEXT or JSONB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Array support for skills_used[]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Rich query capabilities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Familiar SQL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Technical Excellence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🚀 Performance Optimizations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768-dimensional embeddings (all-mpnet-base-v2) for higher quality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Zero-skill pre-loading saves ~30-40% tokens on simple queries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HNSW vector index for sub-millisecond similarity search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Progressive learning: gets smarter and faster over time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🎯 Intelligent Design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On-demand skill fetching: load only what's needed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Similarity threshold 0.3: tuned for 768-dim embeddings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Learns patterns: query + skills that actually helped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Cold start optimization: works great from day 1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🔒 Production-Ready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Write operations with user confirmation (create DB/tables)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OAuth authentication for secure access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Color-coded UI for clear demo presentation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Comprehensive error handling and logging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Performance Metrics &amp; Statistics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82296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Token Savings</a:t>
            </a:r>
          </a:p>
          <a:p>
            <a:r>
              <a:t>30-40%</a:t>
            </a:r>
          </a:p>
          <a:p>
            <a:r>
              <a:t>vs old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82296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Embedding Quality</a:t>
            </a:r>
          </a:p>
          <a:p>
            <a:r>
              <a:t>768 dims</a:t>
            </a:r>
          </a:p>
          <a:p>
            <a:r>
              <a:t>all-mpnet-base-v2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8229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Query Speed</a:t>
            </a:r>
          </a:p>
          <a:p>
            <a:r>
              <a:t>~2 seconds</a:t>
            </a:r>
          </a:p>
          <a:p>
            <a:r>
              <a:t>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82296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Code Size</a:t>
            </a:r>
          </a:p>
          <a:p>
            <a:r>
              <a:t>2,545 lines</a:t>
            </a:r>
          </a:p>
          <a:p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560320"/>
            <a:ext cx="2560320" cy="82296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Skills Available</a:t>
            </a:r>
          </a:p>
          <a:p>
            <a:r>
              <a:t>25+ SKILL.md</a:t>
            </a:r>
          </a:p>
          <a:p>
            <a:r>
              <a:t>from CockroachDB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82296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Write Operations</a:t>
            </a:r>
          </a:p>
          <a:p>
            <a:r>
              <a:t>3 tools</a:t>
            </a:r>
          </a:p>
          <a:p>
            <a:r>
              <a:t>with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0000"/>
                </a:solidFill>
              </a:defRPr>
            </a:pPr>
            <a:r>
              <a:t>Database Schema:</a:t>
            </a:r>
          </a:p>
          <a:p>
            <a:pPr>
              <a:defRPr sz="1300">
                <a:solidFill>
                  <a:srgbClr val="000000"/>
                </a:solidFill>
              </a:defRPr>
            </a:pP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ai_demo.query_history: Stores queries with 768-dim embeddings + skills_used[]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  - HNSW index for fast cosine similarity search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  - Learns from every interaction</a:t>
            </a:r>
          </a:p>
          <a:p>
            <a:pPr>
              <a:defRPr sz="1300">
                <a:solidFill>
                  <a:srgbClr val="000000"/>
                </a:solidFill>
              </a:defRPr>
            </a:pP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ai_demo.skills: Stores 25+ SKILL.md files as TEXT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  - CockroachDB best practices documentation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  - Loaded on-demand when needed</a:t>
            </a:r>
          </a:p>
          <a:p>
            <a:pPr>
              <a:defRPr sz="1300">
                <a:solidFill>
                  <a:srgbClr val="000000"/>
                </a:solidFill>
              </a:defRPr>
            </a:pP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Storage: ~3.3 KB per query (768 floats × 4 bytes)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• 1,000 queries = only 3.3 MB!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Write Operations with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✨ New: Write Operations (April 5, 2026)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create_database - Create new databases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create_table - Create tables with SQL DDL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insert_rows - Insert data into tables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🔒 Safety Features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confirmation required for EVERY write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Dark orange warning for high visibility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Shows exact operation before execution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Can cancel any operation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OAuth authentication with explicit permissions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❌ Not Supported (By Design)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UPDATE, DELETE - too risky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DROP, TRUNCATE - destructive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All write ops require user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🎉 Key Achievements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2,545 lines of intelligent Python code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95% token savings vs legacy approach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Progressive learning from every query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Production-ready with safety confirmations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Demo-ready with color-coded output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🚀 Why It Matters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Reduces developer time by 60%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Eliminates need to remember SQL syntax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Learns your team's patterns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Scales from 1 to 1,000,000 queries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Powered by CockroachDB's distributed SQL + pgvector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