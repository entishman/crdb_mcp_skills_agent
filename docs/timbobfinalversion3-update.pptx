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CockroachDB Cloud Management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MCP Protocol + SKILL.md Knowledge 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What This Demo Does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Manages CockroachDB Cloud cluster via MCP protocol</a:t>
            </a:r>
          </a:p>
          <a:p>
            <a:pPr lvl="2"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Create databases/tables, run queries, monitor health, all via natural language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11 database tools discovered dynamically</a:t>
            </a:r>
          </a:p>
          <a:p>
            <a:pPr lvl="2"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Agent learns available operations from MCP server at startup - not hardcoded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25+ SKILL.md files provide expert guidance</a:t>
            </a:r>
          </a:p>
          <a:p>
            <a:pPr lvl="2"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Best practices for migrations, performance tuning, security, troubleshooting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Query learning optimizes skill selection</a:t>
            </a:r>
          </a:p>
          <a:p>
            <a:pPr lvl="2"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Pre-loads relevant skills from past similar queries - saves time and tokens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Core Components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MCP Protocol: Connects to CockroachDB Cloud</a:t>
            </a:r>
          </a:p>
          <a:p>
            <a:pPr lvl="2"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Standard protocol eliminates custom integration - secure, reliable communication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Dynamic Tool Discovery: list_databases, create_table, etc.</a:t>
            </a:r>
          </a:p>
          <a:p>
            <a:pPr lvl="2"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Agent adapts automatically when new database features are added - future-proof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SKILL.md System: Best practices from GitHub docs</a:t>
            </a:r>
          </a:p>
          <a:p>
            <a:pPr lvl="2"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Official CockroachDB expertise built in - always up-to-date with latest docs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fetch_skill: Claude calls when expertise needed</a:t>
            </a:r>
          </a:p>
          <a:p>
            <a:pPr lvl="2"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Claude intelligently requests guidance only for complex tasks - efficient context use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Query Learning: OPTIMIZATION - pre-loads relevant skills</a:t>
            </a:r>
          </a:p>
          <a:p>
            <a:pPr lvl="2"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Remembers which skills helped before - skips fetch_skill step for faster responses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How to Use This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Prerequisites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CockroachDB Cloud cluster (free tier works!)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Cluster ID and API key from CockroachDB Cloud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Google Cloud project with Vertex AI API enabled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Python 3.8+ with pip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Setup Steps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1. Copy config.template.json to config.json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2. Add your CockroachDB cluster_id and api_key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3. Add your Google Cloud project_id and region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4. Install dependencies: pip install -r requirements.txt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5. Run setup: python setup_database.py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   - Creates ai_demo database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   - Creates query_history and skills tables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   - Loads 25+ SKILL.md files from GitHub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Running the Demo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python main.py (interactive mode)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Ask questions: "list databases", "check cluster health"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Type 'quit' to exit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Architecture: MCP Protocol + SKILL.md Knowledge Base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86200" y="731520"/>
            <a:ext cx="1371600" cy="45720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User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0" y="1188720"/>
            <a:ext cx="0" cy="457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200400" y="1645920"/>
            <a:ext cx="2743200" cy="640080"/>
          </a:xfrm>
          <a:prstGeom prst="roundRect">
            <a:avLst/>
          </a:prstGeom>
          <a:solidFill>
            <a:srgbClr val="FFC8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0">
                <a:solidFill>
                  <a:srgbClr val="000000"/>
                </a:solidFill>
              </a:defRPr>
            </a:pPr>
            <a:r>
              <a:t>Agent (agent.py)</a:t>
            </a:r>
          </a:p>
          <a:p>
            <a:pPr algn="ctr">
              <a:defRPr sz="1300" b="0">
                <a:solidFill>
                  <a:srgbClr val="000000"/>
                </a:solidFill>
              </a:defRPr>
            </a:pPr>
            <a:r>
              <a:t>Orchestrator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2286000" cy="64008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SKILL.md System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25+ Best Practice Guides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Stored in ai_demo.skills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600200" y="2011680"/>
            <a:ext cx="2514600" cy="274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491740" y="20116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46464"/>
                </a:solidFill>
              </a:defRPr>
            </a:pPr>
            <a:r>
              <a:t>fetch guides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743200"/>
            <a:ext cx="2286000" cy="64008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t>Claude Sonnet 4.6</a:t>
            </a:r>
          </a:p>
          <a:p>
            <a:pPr algn="ctr">
              <a:defRPr sz="1100" b="0">
                <a:solidFill>
                  <a:srgbClr val="000000"/>
                </a:solidFill>
              </a:defRPr>
            </a:pPr>
            <a:r>
              <a:t>(Vertex AI)</a:t>
            </a:r>
          </a:p>
          <a:p>
            <a:pPr algn="ctr">
              <a:defRPr sz="1100" b="0">
                <a:solidFill>
                  <a:srgbClr val="000000"/>
                </a:solidFill>
              </a:defRPr>
            </a:pPr>
            <a:r>
              <a:t>Tool Use API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0" y="2011680"/>
            <a:ext cx="1371600" cy="7315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63640" y="22402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46464"/>
                </a:solidFill>
              </a:defRPr>
            </a:pPr>
            <a:r>
              <a:t>API calls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2286000" cy="54864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Query Learning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(OPTIMIZATION)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768-dim embeddings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00200" y="3383280"/>
            <a:ext cx="0" cy="457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200400" y="3840480"/>
            <a:ext cx="2286000" cy="548640"/>
          </a:xfrm>
          <a:prstGeom prst="roundRect">
            <a:avLst/>
          </a:prstGeom>
          <a:solidFill>
            <a:srgbClr val="FFD2D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MCP Client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(MAIN PROTOCOL)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Dynamic tool discovery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0" y="2286000"/>
            <a:ext cx="0" cy="15544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06240" y="29260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46464"/>
                </a:solidFill>
              </a:defRPr>
            </a:pPr>
            <a:r>
              <a:t>execute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3840480"/>
            <a:ext cx="2286000" cy="548640"/>
          </a:xfrm>
          <a:prstGeom prst="roundRect">
            <a:avLst/>
          </a:prstGeom>
          <a:solidFill>
            <a:srgbClr val="F0DC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MCP Server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cockroachlabs.cloud/mcp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11 Database Tools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0" y="2286000"/>
            <a:ext cx="1143000" cy="15544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49340" y="29260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46464"/>
                </a:solidFill>
              </a:defRPr>
            </a:pPr>
            <a:r>
              <a:t>discover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5029200"/>
            <a:ext cx="4572000" cy="822960"/>
          </a:xfrm>
          <a:prstGeom prst="roundRect">
            <a:avLst/>
          </a:prstGeom>
          <a:solidFill>
            <a:srgbClr val="6496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CockroachDB Cluster</a:t>
            </a:r>
          </a:p>
          <a:p>
            <a:pPr algn="ctr">
              <a:defRPr sz="1100" b="1">
                <a:solidFill>
                  <a:srgbClr val="000000"/>
                </a:solidFill>
              </a:defRPr>
            </a:pPr>
            <a:r>
              <a:t>(THE CLUSTER BEING MANAGED)</a:t>
            </a:r>
          </a:p>
          <a:p>
            <a:pPr algn="ctr">
              <a:defRPr sz="1100" b="1">
                <a:solidFill>
                  <a:srgbClr val="000000"/>
                </a:solidFill>
              </a:defRPr>
            </a:pPr>
            <a:r>
              <a:t>Also stores: skills, query history, embeddings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0" y="4389120"/>
            <a:ext cx="0" cy="6400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366"/>
                </a:solidFill>
              </a:defRPr>
            </a:pPr>
            <a:r>
              <a:t>Core Value: MCP protocol provides 11 database tools + SKILL.md files provide expert guidance</a:t>
            </a:r>
          </a:p>
          <a:p>
            <a:pPr>
              <a:defRPr sz="1100" b="1">
                <a:solidFill>
                  <a:srgbClr val="003366"/>
                </a:solidFill>
              </a:defRPr>
            </a:pPr>
            <a:r>
              <a:t>Optimization: Query learning pre-loads relevant skills (saves 30-40% tokens)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Flow 1: Simple Task - No SKILL.md Needed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828800" cy="54864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User Query</a:t>
            </a:r>
          </a:p>
          <a:p>
            <a:pPr algn="ctr">
              <a:defRPr sz="1100" b="1">
                <a:solidFill>
                  <a:srgbClr val="000000"/>
                </a:solidFill>
              </a:defRPr>
            </a:pPr>
            <a:r>
              <a:t>"List all databases"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914400"/>
            <a:ext cx="1828800" cy="548640"/>
          </a:xfrm>
          <a:prstGeom prst="roundRect">
            <a:avLst/>
          </a:prstGeom>
          <a:solidFill>
            <a:srgbClr val="FFD2D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50" b="0">
                <a:solidFill>
                  <a:srgbClr val="000000"/>
                </a:solidFill>
              </a:defRPr>
            </a:pPr>
            <a:r>
              <a:t>MCP Discovery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mcp_client.py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list_tools()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11 tools found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0" y="1188720"/>
            <a:ext cx="457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0" y="914400"/>
            <a:ext cx="1828800" cy="54864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50" b="0">
                <a:solidFill>
                  <a:srgbClr val="000000"/>
                </a:solidFill>
              </a:defRPr>
            </a:pPr>
            <a:r>
              <a:t>Check History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query_store.py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find_similar_queries()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No match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1188720"/>
            <a:ext cx="457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086600" y="914400"/>
            <a:ext cx="1828800" cy="54864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50" b="0">
                <a:solidFill>
                  <a:srgbClr val="000000"/>
                </a:solidFill>
              </a:defRPr>
            </a:pPr>
            <a:r>
              <a:t>Call Claude API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agent.py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No skills pre-loaded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Just tools available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0" y="1188720"/>
            <a:ext cx="2286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086600" y="1828800"/>
            <a:ext cx="1828800" cy="64008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50" b="1">
                <a:solidFill>
                  <a:srgbClr val="000000"/>
                </a:solidFill>
              </a:defRPr>
            </a:pPr>
            <a:r>
              <a:t>Claude Decides</a:t>
            </a:r>
          </a:p>
          <a:p>
            <a:pPr algn="ctr">
              <a:defRPr sz="950" b="1">
                <a:solidFill>
                  <a:srgbClr val="000000"/>
                </a:solidFill>
              </a:defRPr>
            </a:pPr>
            <a:r>
              <a:t>"This is simple"</a:t>
            </a:r>
          </a:p>
          <a:p>
            <a:pPr algn="ctr">
              <a:defRPr sz="950" b="1">
                <a:solidFill>
                  <a:srgbClr val="000000"/>
                </a:solidFill>
              </a:defRPr>
            </a:pPr>
            <a:r>
              <a:t>"I know list_databases"</a:t>
            </a:r>
          </a:p>
          <a:p>
            <a:pPr algn="ctr">
              <a:defRPr sz="950" b="1">
                <a:solidFill>
                  <a:srgbClr val="000000"/>
                </a:solidFill>
              </a:defRPr>
            </a:pPr>
            <a:r>
              <a:t>"No skill needed"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01000" y="1463040"/>
            <a:ext cx="0" cy="3657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29200" y="1828800"/>
            <a:ext cx="1828800" cy="640080"/>
          </a:xfrm>
          <a:prstGeom prst="roundRect">
            <a:avLst/>
          </a:prstGeom>
          <a:solidFill>
            <a:srgbClr val="FFD2D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50" b="0">
                <a:solidFill>
                  <a:srgbClr val="000000"/>
                </a:solidFill>
              </a:defRPr>
            </a:pPr>
            <a:r>
              <a:t>Execute MCP Tool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mcp_client.py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execute_tool_call(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"list_databases", {})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6858000" y="2148840"/>
            <a:ext cx="2286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43200" y="1828800"/>
            <a:ext cx="1828800" cy="640080"/>
          </a:xfrm>
          <a:prstGeom prst="roundRect">
            <a:avLst/>
          </a:prstGeom>
          <a:solidFill>
            <a:srgbClr val="B4DC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50" b="0">
                <a:solidFill>
                  <a:srgbClr val="000000"/>
                </a:solidFill>
              </a:defRPr>
            </a:pPr>
            <a:r>
              <a:t>Database Results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defaultdb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ai_demo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postgres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system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4572000" y="2148840"/>
            <a:ext cx="457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7200" y="1828800"/>
            <a:ext cx="1828800" cy="64008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50" b="0">
                <a:solidFill>
                  <a:srgbClr val="000000"/>
                </a:solidFill>
              </a:defRPr>
            </a:pPr>
            <a:r>
              <a:t>Claude Formats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"Your cluster has 4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databases:"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(lists them)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2286000" y="2148840"/>
            <a:ext cx="457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7200" y="2834640"/>
            <a:ext cx="1828800" cy="59436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50" b="0">
                <a:solidFill>
                  <a:srgbClr val="000000"/>
                </a:solidFill>
              </a:defRPr>
            </a:pPr>
            <a:r>
              <a:t>Store Query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query_store.py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store_query()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skills_used: []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71600" y="2468880"/>
            <a:ext cx="0" cy="3657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43200" y="2834640"/>
            <a:ext cx="6172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00"/>
                </a:solidFill>
              </a:defRPr>
            </a:pPr>
            <a:r>
              <a:t>Key Point: Claude uses its training + tool descriptions to handle simple tasks.</a:t>
            </a:r>
          </a:p>
          <a:p>
            <a:pPr>
              <a:defRPr sz="1000" b="1">
                <a:solidFill>
                  <a:srgbClr val="006400"/>
                </a:solidFill>
              </a:defRPr>
            </a:pPr>
            <a:r>
              <a:t>No SKILL.md needed! Stored with empty skills_used[] for future reference.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57600"/>
            <a:ext cx="82296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000000"/>
                </a:solidFill>
              </a:defRPr>
            </a:pPr>
            <a:r>
              <a:t>Complete Flow Summary:</a:t>
            </a:r>
          </a:p>
          <a:p>
            <a:pPr>
              <a:defRPr sz="950">
                <a:solidFill>
                  <a:srgbClr val="000000"/>
                </a:solidFill>
              </a:defRPr>
            </a:pPr>
          </a:p>
          <a:p>
            <a:pPr>
              <a:defRPr sz="950">
                <a:solidFill>
                  <a:srgbClr val="000000"/>
                </a:solidFill>
              </a:defRPr>
            </a:pPr>
            <a:r>
              <a:t>1. User asks simple question</a:t>
            </a:r>
          </a:p>
          <a:p>
            <a:pPr>
              <a:defRPr sz="950">
                <a:solidFill>
                  <a:srgbClr val="000000"/>
                </a:solidFill>
              </a:defRPr>
            </a:pPr>
            <a:r>
              <a:t>2. MCP discovers 11 tools</a:t>
            </a:r>
          </a:p>
          <a:p>
            <a:pPr>
              <a:defRPr sz="950">
                <a:solidFill>
                  <a:srgbClr val="000000"/>
                </a:solidFill>
              </a:defRPr>
            </a:pPr>
            <a:r>
              <a:t>3. Check history (no match)</a:t>
            </a:r>
          </a:p>
          <a:p>
            <a:pPr>
              <a:defRPr sz="950">
                <a:solidFill>
                  <a:srgbClr val="000000"/>
                </a:solidFill>
              </a:defRPr>
            </a:pPr>
            <a:r>
              <a:t>4. Call Claude with tools only (no skills)</a:t>
            </a:r>
          </a:p>
          <a:p>
            <a:pPr>
              <a:defRPr sz="950">
                <a:solidFill>
                  <a:srgbClr val="000000"/>
                </a:solidFill>
              </a:defRPr>
            </a:pPr>
            <a:r>
              <a:t>5. Claude: "I know this, use list_databases"</a:t>
            </a:r>
          </a:p>
          <a:p>
            <a:pPr>
              <a:defRPr sz="950">
                <a:solidFill>
                  <a:srgbClr val="000000"/>
                </a:solidFill>
              </a:defRPr>
            </a:pPr>
            <a:r>
              <a:t>6. Execute MCP tool</a:t>
            </a:r>
          </a:p>
          <a:p>
            <a:pPr>
              <a:defRPr sz="950">
                <a:solidFill>
                  <a:srgbClr val="000000"/>
                </a:solidFill>
              </a:defRPr>
            </a:pPr>
            <a:r>
              <a:t>7. Get results from CockroachDB</a:t>
            </a:r>
          </a:p>
          <a:p>
            <a:pPr>
              <a:defRPr sz="950">
                <a:solidFill>
                  <a:srgbClr val="000000"/>
                </a:solidFill>
              </a:defRPr>
            </a:pPr>
            <a:r>
              <a:t>8. Claude formats answer</a:t>
            </a:r>
          </a:p>
          <a:p>
            <a:pPr>
              <a:defRPr sz="950">
                <a:solidFill>
                  <a:srgbClr val="000000"/>
                </a:solidFill>
              </a:defRPr>
            </a:pPr>
            <a:r>
              <a:t>9. Store: query + embedding + skills_used:[] (empty - no skills needed!)</a:t>
            </a:r>
          </a:p>
          <a:p>
            <a:pPr>
              <a:defRPr sz="950">
                <a:solidFill>
                  <a:srgbClr val="000000"/>
                </a:solidFill>
              </a:defRPr>
            </a:pPr>
          </a:p>
          <a:p>
            <a:pPr>
              <a:defRPr sz="950">
                <a:solidFill>
                  <a:srgbClr val="000000"/>
                </a:solidFill>
              </a:defRPr>
            </a:pPr>
            <a:r>
              <a:t>Stored in ai_demo.query_history:</a:t>
            </a:r>
          </a:p>
          <a:p>
            <a:pPr>
              <a:defRPr sz="950">
                <a:solidFill>
                  <a:srgbClr val="000000"/>
                </a:solidFill>
              </a:defRPr>
            </a:pPr>
            <a:r>
              <a:t>   - query_text: "List all databases"</a:t>
            </a:r>
          </a:p>
          <a:p>
            <a:pPr>
              <a:defRPr sz="950">
                <a:solidFill>
                  <a:srgbClr val="000000"/>
                </a:solidFill>
              </a:defRPr>
            </a:pPr>
            <a:r>
              <a:t>   - embedding: [768-dimensional vector]</a:t>
            </a:r>
          </a:p>
          <a:p>
            <a:pPr>
              <a:defRPr sz="950">
                <a:solidFill>
                  <a:srgbClr val="000000"/>
                </a:solidFill>
              </a:defRPr>
            </a:pPr>
            <a:r>
              <a:t>   - skills_used: []  (Empty because Claude didn't need help!)</a:t>
            </a:r>
          </a:p>
          <a:p>
            <a:pPr>
              <a:defRPr sz="950">
                <a:solidFill>
                  <a:srgbClr val="000000"/>
                </a:solidFill>
              </a:defRPr>
            </a:pPr>
            <a:r>
              <a:t>   - timestamp: 2026-04-05 10:23:15</a:t>
            </a:r>
          </a:p>
          <a:p>
            <a:pPr>
              <a:defRPr sz="950">
                <a:solidFill>
                  <a:srgbClr val="000000"/>
                </a:solidFill>
              </a:defRPr>
            </a:pPr>
          </a:p>
          <a:p>
            <a:pPr>
              <a:defRPr sz="950">
                <a:solidFill>
                  <a:srgbClr val="000000"/>
                </a:solidFill>
              </a:defRPr>
            </a:pPr>
            <a:r>
              <a:t>Next time similar query: Still no skills loaded (because none were used)</a:t>
            </a:r>
          </a:p>
          <a:p>
            <a:pPr>
              <a:defRPr sz="950">
                <a:solidFill>
                  <a:srgbClr val="000000"/>
                </a:solidFill>
              </a:defRPr>
            </a:pPr>
            <a:r>
              <a:t>Simple queries stay fast and lightweight!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Flow 2: Complex Task - Claude Fetches SKILL.md (No History Match)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40080"/>
            <a:ext cx="1828800" cy="54864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User Query</a:t>
            </a:r>
          </a:p>
          <a:p>
            <a:pPr algn="ctr">
              <a:defRPr sz="1100" b="1">
                <a:solidFill>
                  <a:srgbClr val="000000"/>
                </a:solidFill>
              </a:defRPr>
            </a:pPr>
            <a:r>
              <a:t>"Set up MOLT</a:t>
            </a:r>
          </a:p>
          <a:p>
            <a:pPr algn="ctr">
              <a:defRPr sz="1100" b="1">
                <a:solidFill>
                  <a:srgbClr val="000000"/>
                </a:solidFill>
              </a:defRPr>
            </a:pPr>
            <a:r>
              <a:t>Replicator"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0" y="640080"/>
            <a:ext cx="1645920" cy="548640"/>
          </a:xfrm>
          <a:prstGeom prst="roundRect">
            <a:avLst/>
          </a:prstGeom>
          <a:solidFill>
            <a:srgbClr val="FFD2D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MCP Discovery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11 tools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including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fetch_skill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94560" y="91440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389120" y="640080"/>
            <a:ext cx="1645920" cy="548640"/>
          </a:xfrm>
          <a:prstGeom prst="roundRect">
            <a:avLst/>
          </a:prstGeom>
          <a:solidFill>
            <a:srgbClr val="FFC8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Check History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find_similar()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No match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(never asked)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91440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0" y="640080"/>
            <a:ext cx="2377440" cy="54864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Call Claude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No skills pre-loaded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Tools: MCP + fetch_skill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User query included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35040" y="914400"/>
            <a:ext cx="3657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0" y="1554480"/>
            <a:ext cx="2377440" cy="640080"/>
          </a:xfrm>
          <a:prstGeom prst="roundRect">
            <a:avLst/>
          </a:prstGeom>
          <a:solidFill>
            <a:srgbClr val="FFF09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Claude Analyzes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"MOLT migration is complex"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"I need official guide"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Decides: call fetch_skill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589520" y="1188720"/>
            <a:ext cx="0" cy="3657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89120" y="1554480"/>
            <a:ext cx="1645920" cy="640080"/>
          </a:xfrm>
          <a:prstGeom prst="roundRect">
            <a:avLst/>
          </a:prstGeom>
          <a:solidFill>
            <a:srgbClr val="FFC89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1">
                <a:solidFill>
                  <a:srgbClr val="000000"/>
                </a:solidFill>
              </a:defRPr>
            </a:pPr>
            <a:r>
              <a:t>Claude Calls</a:t>
            </a:r>
          </a:p>
          <a:p>
            <a:pPr algn="ctr">
              <a:defRPr sz="850" b="1">
                <a:solidFill>
                  <a:srgbClr val="000000"/>
                </a:solidFill>
              </a:defRPr>
            </a:pPr>
            <a:r>
              <a:t>fetch_skill(</a:t>
            </a:r>
          </a:p>
          <a:p>
            <a:pPr algn="ctr">
              <a:defRPr sz="850" b="1">
                <a:solidFill>
                  <a:srgbClr val="000000"/>
                </a:solidFill>
              </a:defRPr>
            </a:pPr>
            <a:r>
              <a:t>"onboarding-</a:t>
            </a:r>
          </a:p>
          <a:p>
            <a:pPr algn="ctr">
              <a:defRPr sz="850" b="1">
                <a:solidFill>
                  <a:srgbClr val="000000"/>
                </a:solidFill>
              </a:defRPr>
            </a:pPr>
            <a:r>
              <a:t>and-migrations/</a:t>
            </a:r>
          </a:p>
          <a:p>
            <a:pPr algn="ctr">
              <a:defRPr sz="850" b="1">
                <a:solidFill>
                  <a:srgbClr val="000000"/>
                </a:solidFill>
              </a:defRPr>
            </a:pPr>
            <a:r>
              <a:t>molt-replicator")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6035040" y="1874519"/>
            <a:ext cx="3657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68880" y="1554480"/>
            <a:ext cx="1645920" cy="64008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Fetch SKILL.md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skill_fetcher.py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Query ai_demo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.skills table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Returns 8KB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4114800" y="1874519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65760" y="1554480"/>
            <a:ext cx="1828800" cy="64008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SKILL.md Loaded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Best practices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Setup steps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Common issues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2194560" y="1874519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65760" y="2560320"/>
            <a:ext cx="1828800" cy="59436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Re-process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Claude now has: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Tools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SKILL.md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User query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80160" y="2194560"/>
            <a:ext cx="0" cy="3657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468880" y="2560320"/>
            <a:ext cx="1645920" cy="59436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Expert Answer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Claude uses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SKILL.md to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guide setup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94560" y="283464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389120" y="2560320"/>
            <a:ext cx="2011680" cy="594360"/>
          </a:xfrm>
          <a:prstGeom prst="roundRect">
            <a:avLst/>
          </a:prstGeom>
          <a:solidFill>
            <a:srgbClr val="B4FF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1">
                <a:solidFill>
                  <a:srgbClr val="000000"/>
                </a:solidFill>
              </a:defRPr>
            </a:pPr>
            <a:r>
              <a:t>Store Learning</a:t>
            </a:r>
          </a:p>
          <a:p>
            <a:pPr algn="ctr">
              <a:defRPr sz="850" b="1">
                <a:solidFill>
                  <a:srgbClr val="000000"/>
                </a:solidFill>
              </a:defRPr>
            </a:pPr>
            <a:r>
              <a:t>query + embedding +</a:t>
            </a:r>
          </a:p>
          <a:p>
            <a:pPr algn="ctr">
              <a:defRPr sz="850" b="1">
                <a:solidFill>
                  <a:srgbClr val="000000"/>
                </a:solidFill>
              </a:defRPr>
            </a:pPr>
            <a:r>
              <a:t>skills_used:</a:t>
            </a:r>
          </a:p>
          <a:p>
            <a:pPr algn="ctr">
              <a:defRPr sz="850" b="1">
                <a:solidFill>
                  <a:srgbClr val="000000"/>
                </a:solidFill>
              </a:defRPr>
            </a:pPr>
            <a:r>
              <a:t>["molt-replicator"]</a:t>
            </a:r>
          </a:p>
          <a:p>
            <a:pPr algn="ctr">
              <a:defRPr sz="850" b="1">
                <a:solidFill>
                  <a:srgbClr val="000000"/>
                </a:solidFill>
              </a:defRPr>
            </a:pPr>
            <a:r>
              <a:t>query_history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0" y="283464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5760" y="338328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0066"/>
                </a:solidFill>
              </a:defRPr>
            </a:pPr>
            <a:r>
              <a:t>Critical Learning Moment: Query stored with skills_used:["onboarding-and-migrations/molt-replicator"]</a:t>
            </a:r>
          </a:p>
          <a:p>
            <a:pPr>
              <a:defRPr sz="1000" b="1">
                <a:solidFill>
                  <a:srgbClr val="660066"/>
                </a:solidFill>
              </a:defRPr>
            </a:pPr>
            <a:r>
              <a:t>Next similar query will pre-load this skill automatically!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114800"/>
            <a:ext cx="84124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0000"/>
                </a:solidFill>
              </a:defRPr>
            </a:pPr>
            <a:r>
              <a:t>What Gets Stored in ai_demo.query_history:</a:t>
            </a:r>
          </a:p>
          <a:p>
            <a:pPr>
              <a:defRPr sz="900">
                <a:solidFill>
                  <a:srgbClr val="000000"/>
                </a:solidFill>
              </a:defRPr>
            </a:pPr>
          </a:p>
          <a:p>
            <a:pPr>
              <a:defRPr sz="900">
                <a:solidFill>
                  <a:srgbClr val="000000"/>
                </a:solidFill>
              </a:defRPr>
            </a:pPr>
            <a:r>
              <a:t>Database Row Created: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   - query_text: "Set up MOLT Replicator"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   - embedding: [768-dim vector from sentence-transformers]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   - skills_used: ["onboarding-and-migrations/molt-replicator"]  (THIS IS KEY!)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   - timestamp: 2026-04-05 11:45:22</a:t>
            </a:r>
          </a:p>
          <a:p>
            <a:pPr>
              <a:defRPr sz="900">
                <a:solidFill>
                  <a:srgbClr val="000000"/>
                </a:solidFill>
              </a:defRPr>
            </a:pPr>
          </a:p>
          <a:p>
            <a:pPr>
              <a:defRPr sz="900">
                <a:solidFill>
                  <a:srgbClr val="000000"/>
                </a:solidFill>
              </a:defRPr>
            </a:pPr>
            <a:r>
              <a:t>Why This Matters: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   - Future queries like "help with MOLT setup" or "MOLT migration guide"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   - pgvector similarity search finds this stored query (cosine similarity &gt; 0.3)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   - Agent sees: "Someone asked about MOLT before and used molt-replicator skill"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   - Pre-loads that skill BEFORE calling Claude - Saves 1 API call!</a:t>
            </a:r>
          </a:p>
          <a:p>
            <a:pPr>
              <a:defRPr sz="900">
                <a:solidFill>
                  <a:srgbClr val="000000"/>
                </a:solidFill>
              </a:defRPr>
            </a:pPr>
          </a:p>
          <a:p>
            <a:pPr>
              <a:defRPr sz="900">
                <a:solidFill>
                  <a:srgbClr val="000000"/>
                </a:solidFill>
              </a:defRPr>
            </a:pPr>
            <a:r>
              <a:t>Claude made the decision: "I need molt-replicator skill"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Agent just executed and remembered it for next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Flow 3: Optimization - Skill Pre-loaded from Query History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40080"/>
            <a:ext cx="1828800" cy="54864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User Query</a:t>
            </a:r>
          </a:p>
          <a:p>
            <a:pPr algn="ctr">
              <a:defRPr sz="1100" b="1">
                <a:solidFill>
                  <a:srgbClr val="000000"/>
                </a:solidFill>
              </a:defRPr>
            </a:pPr>
            <a:r>
              <a:t>"Help with MOLT</a:t>
            </a:r>
          </a:p>
          <a:p>
            <a:pPr algn="ctr">
              <a:defRPr sz="1100" b="1">
                <a:solidFill>
                  <a:srgbClr val="000000"/>
                </a:solidFill>
              </a:defRPr>
            </a:pPr>
            <a:r>
              <a:t>migration"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0" y="640080"/>
            <a:ext cx="1645920" cy="54864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Generate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Embedding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768-dim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vector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94560" y="91440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389120" y="640080"/>
            <a:ext cx="2011680" cy="548640"/>
          </a:xfrm>
          <a:prstGeom prst="roundRect">
            <a:avLst/>
          </a:prstGeom>
          <a:solidFill>
            <a:srgbClr val="B4FF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Check History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pgvector search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MATCH FOUND!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Similarity: 0.82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91440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675120" y="640080"/>
            <a:ext cx="2103120" cy="54864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Found Match: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"Set up MOLT Replicator"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skills_used: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["molt-replicator"]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91440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675120" y="1554480"/>
            <a:ext cx="2103120" cy="64008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1">
                <a:solidFill>
                  <a:srgbClr val="000000"/>
                </a:solidFill>
              </a:defRPr>
            </a:pPr>
            <a:r>
              <a:t>Pre-load Skill</a:t>
            </a:r>
          </a:p>
          <a:p>
            <a:pPr algn="ctr">
              <a:defRPr sz="850" b="1">
                <a:solidFill>
                  <a:srgbClr val="000000"/>
                </a:solidFill>
              </a:defRPr>
            </a:pPr>
            <a:r>
              <a:t>skill_fetcher.py</a:t>
            </a:r>
          </a:p>
          <a:p>
            <a:pPr algn="ctr">
              <a:defRPr sz="850" b="1">
                <a:solidFill>
                  <a:srgbClr val="000000"/>
                </a:solidFill>
              </a:defRPr>
            </a:pPr>
            <a:r>
              <a:t>get_skill(</a:t>
            </a:r>
          </a:p>
          <a:p>
            <a:pPr algn="ctr">
              <a:defRPr sz="850" b="1">
                <a:solidFill>
                  <a:srgbClr val="000000"/>
                </a:solidFill>
              </a:defRPr>
            </a:pPr>
            <a:r>
              <a:t>"molt-replicator")</a:t>
            </a:r>
          </a:p>
          <a:p>
            <a:pPr algn="ctr">
              <a:defRPr sz="850" b="1">
                <a:solidFill>
                  <a:srgbClr val="000000"/>
                </a:solidFill>
              </a:defRPr>
            </a:pPr>
            <a:r>
              <a:t>BEFORE Claude call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26679" y="1188720"/>
            <a:ext cx="0" cy="3657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89120" y="1554480"/>
            <a:ext cx="2011680" cy="64008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Call Claude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With skill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PRE-LOADED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+ tools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+ query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6400800" y="1874519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68880" y="1554480"/>
            <a:ext cx="1645920" cy="64008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Claude Has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Everything!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No need to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call fetch_skill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4114800" y="1874519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65760" y="1554480"/>
            <a:ext cx="1828800" cy="64008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Expert Answer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Immediately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Using SKILL.md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guidance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2194560" y="1874519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65760" y="2560320"/>
            <a:ext cx="1828800" cy="59436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Store Query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Confirm skill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helped again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Reinforces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80160" y="2194560"/>
            <a:ext cx="0" cy="3657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468880" y="2560320"/>
            <a:ext cx="6309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00"/>
                </a:solidFill>
              </a:defRPr>
            </a:pPr>
            <a:r>
              <a:t>Performance: 1 Claude API call (vs 2 in Flow 2)</a:t>
            </a:r>
          </a:p>
          <a:p>
            <a:pPr>
              <a:defRPr sz="1000" b="1">
                <a:solidFill>
                  <a:srgbClr val="006400"/>
                </a:solidFill>
              </a:defRPr>
            </a:pPr>
            <a:r>
              <a:t>Cost Savings: ~40% fewer tokens | Time Savings: ~1 second faster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383280"/>
            <a:ext cx="841248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0000"/>
                </a:solidFill>
              </a:defRPr>
            </a:pPr>
            <a:r>
              <a:t>What Happened Behind the Scenes:</a:t>
            </a:r>
          </a:p>
          <a:p>
            <a:pPr>
              <a:defRPr sz="900">
                <a:solidFill>
                  <a:srgbClr val="000000"/>
                </a:solidFill>
              </a:defRPr>
            </a:pPr>
          </a:p>
          <a:p>
            <a:pPr>
              <a:defRPr sz="900">
                <a:solidFill>
                  <a:srgbClr val="000000"/>
                </a:solidFill>
              </a:defRPr>
            </a:pPr>
            <a:r>
              <a:t>Step 3 Details - pgvector Similarity Search: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   - Query "Help with MOLT migration" generates embedding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   - CockroachDB executes vector similarity search with HNSW index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   - HNSW index makes this sub-millisecond!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   - Best match: "Set up MOLT Replicator" (similarity 0.82)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   - Extract skills_used: ["onboarding-and-migrations/molt-replicator"]</a:t>
            </a:r>
          </a:p>
          <a:p>
            <a:pPr>
              <a:defRPr sz="900">
                <a:solidFill>
                  <a:srgbClr val="000000"/>
                </a:solidFill>
              </a:defRPr>
            </a:pPr>
          </a:p>
          <a:p>
            <a:pPr>
              <a:defRPr sz="900">
                <a:solidFill>
                  <a:srgbClr val="000000"/>
                </a:solidFill>
              </a:defRPr>
            </a:pPr>
            <a:r>
              <a:t>Step 5 - Optimization in Action: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   - Agent: "I'll load molt-replicator skill BEFORE calling Claude"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   - Fetches 8KB SKILL.md from ai_demo.skills table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   - Includes it in Claude API call's system prompt</a:t>
            </a:r>
          </a:p>
          <a:p>
            <a:pPr>
              <a:defRPr sz="900">
                <a:solidFill>
                  <a:srgbClr val="000000"/>
                </a:solidFill>
              </a:defRPr>
            </a:pPr>
          </a:p>
          <a:p>
            <a:pPr>
              <a:defRPr sz="900">
                <a:solidFill>
                  <a:srgbClr val="000000"/>
                </a:solidFill>
              </a:defRPr>
            </a:pPr>
            <a:r>
              <a:t>The Result: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   Flow 2 (no history): User to Claude to fetch_skill to Claude again to Answer (2 API calls)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   Flow 3 (with history): User to [pre-load skill] to Claude to Answer (1 API call)</a:t>
            </a:r>
          </a:p>
          <a:p>
            <a:pPr>
              <a:defRPr sz="900">
                <a:solidFill>
                  <a:srgbClr val="000000"/>
                </a:solidFill>
              </a:defRPr>
            </a:pPr>
          </a:p>
          <a:p>
            <a:pPr>
              <a:defRPr sz="900">
                <a:solidFill>
                  <a:srgbClr val="000000"/>
                </a:solidFill>
              </a:defRPr>
            </a:pPr>
            <a:r>
              <a:t>This is the Learning Optimization: Same quality answer, half the API calls!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Real-World Applications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Real-World Use Cases: Managing CockroachDB Cloud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840480" cy="54864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Cluster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Show me cluster info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List all databases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Check cluster health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Uses: get_cluster, list_databases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SKILL.md: operations guides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097280"/>
            <a:ext cx="3840480" cy="54864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Database Creation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737360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Create test_db for staging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Create users table with schema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Uses: create_database, create_table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With safety confirmations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SKILL.md: schema design best practices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3840480" cy="54864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Query and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Show slow queries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Analyze range distribution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Find table hotspots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Uses: select_query with expert SQL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SKILL.md: observability guides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3108960"/>
            <a:ext cx="3840480" cy="54864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Migrations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749039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Set up MOLT Replicator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Migrate from MySQL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Best practices for MOLT Fetch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Uses: MCP tools + extensive SKILL.md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Guides through complex processes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5120640"/>
            <a:ext cx="3840480" cy="548640"/>
          </a:xfrm>
          <a:prstGeom prst="roundRect">
            <a:avLst/>
          </a:prstGeom>
          <a:solidFill>
            <a:srgbClr val="F0DC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Learning and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5760720"/>
            <a:ext cx="3840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How do I optimize this query?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Security best practices?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Pulls from 25+ SKILL.md files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Consistent expert answers 24/7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CockroachDB: The Cluster Being Managed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60066"/>
                </a:solidFill>
              </a:defRPr>
            </a:pPr>
            <a:r>
              <a:t>This demo manages a CockroachDB Cloud cluster using MCP protocol.</a:t>
            </a:r>
          </a:p>
          <a:p>
            <a:pPr algn="ctr">
              <a:defRPr sz="1600" b="1">
                <a:solidFill>
                  <a:srgbClr val="660066"/>
                </a:solidFill>
              </a:defRPr>
            </a:pPr>
            <a:r>
              <a:t>The same database ALSO stores the agent's metadata (skills, query history).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931920" cy="640080"/>
          </a:xfrm>
          <a:prstGeom prst="roundRect">
            <a:avLst/>
          </a:prstGeom>
          <a:solidFill>
            <a:srgbClr val="FFD2D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Target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3931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The cluster being managed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MCP provides tools to interact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Create databases, tables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Run queries and analysis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Monitor health and 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828800"/>
            <a:ext cx="3931920" cy="64008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Metadata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560320"/>
            <a:ext cx="3931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ai_demo.skills: 25+ SKILL.md files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ai_demo.query_history: Learning data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Embeddings with pgvector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All in the same cluster!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Eating its own dog food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3931920" cy="64008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Production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3931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ACID transactions for writes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Strong consistency guarantees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OAuth authentication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Distributed globally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Horizontal scalability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4023360"/>
            <a:ext cx="3931920" cy="64008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Vector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754880"/>
            <a:ext cx="3931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Native pgvector support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768-dim embeddings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HNSW index for fast search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No external vector DB needed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SQL + vectors in one 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26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</a:defRPr>
            </a:pPr>
            <a:r>
              <a:t>Unique Value: CockroachDB is both the TARGET (cluster being managed) and the INFRASTRUCTURE (stores skills, learning data). One distributed database for everything!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Technical Details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MCP Protocol &amp; SKILL.md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MCP Protocol (Model Context Protocol)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Standard protocol for AI-to-database communication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JSON-RPC 2.0 over HTTPS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Server: cockroachlabs.cloud/mcp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Tools/list: Discovers available operations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Tools/call: Executes database operations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11 Discovered MCP Tools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Read: list_databases, list_tables, select_query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Write: create_database, create_table, insert_rows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Cluster: get_cluster, get_cluster_cert, get_cluster_api_key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Plus 2 more... all discovered at runtime!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SKILL.md Knowledge Base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25+ expert guides from cockroachlabs/cockroach GitHub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Categories: operations, security, migrations, diagnostics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Stored in CockroachDB ai_demo.skills table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fetch_skill tool: Claude loads when needed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Query Learning (Optimization)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Query Learning: Optional Optimization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NOT the main feature - just makes it faster!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Works perfectly without learning (just 1 extra API call)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How It Works: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Every query to 768-dim embedding (sentence-transformers)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Store: query text + embedding + skills_used[]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Next time: pgvector finds similar (HNSW index)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Pre-load those skills to Skip fetch_skill to Faster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Performance Impact: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Without learning: ~3 sec (2 Claude API calls)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With learning (1st): ~3 sec + store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With learning (2nd+): ~2 sec (1 Claude API call)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Saves: 30-40% tokens, 1 API call, ~1 second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Why It Matters: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Means to efficiently use SKILL.md files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Not the goal - just an optimization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Demo value: MCP + SKILL.md, not learning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Write Operations with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Write Operations (April 5, 2026)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create_database: Create new databases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create_table: Create tables with DDL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insert_rows: Insert data safely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Safety Features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User confirmation REQUIRED for every write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Shows exact operation before execution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Can cancel any operation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OAuth authentication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Dark orange warning for visibility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Not Supported (By Design)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UPDATE, DELETE - too risky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DROP, TRUNCATE - destructive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All dangerous operations blocked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Summary: MCP + SKILL.md = Powerful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Core Demo Value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MCP Protocol: Standard interface to CockroachDB Cloud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SKILL.md Files: 25+ expert guides from official docs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Natural language to Database operations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Complex tasks guided by best practices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Optimizations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Dynamic tool discovery: Not brittle, adapts automatically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Query learning: Pre-loads relevant skills (30-40% faster)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Zero-skill mode: Simple queries need no SKILL.md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Why CockroachDB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It's the cluster being managed (via MCP)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Also stores: SKILL.md files, query history, embeddings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One database for everything: target + infrastructure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pgvector: No external vector DB needed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ACID transactions: Safe writes, no lost learning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Global distribution: Deploy agents worldwide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