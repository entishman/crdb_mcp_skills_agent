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CockroachDB Intelligent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Database Management with Write Operations</a:t>
            </a:r>
          </a:p>
          <a:p>
            <a:r>
              <a:t>April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New Today!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Write Operations Enabled - Create databases and tables</a:t>
            </a:r>
          </a:p>
          <a:p>
            <a:pPr>
              <a:defRPr sz="1800"/>
            </a:pPr>
            <a:r>
              <a:t>✅ OAuth Authentication - Secure CockroachDB Cloud integration</a:t>
            </a:r>
          </a:p>
          <a:p>
            <a:pPr>
              <a:defRPr sz="1800"/>
            </a:pPr>
            <a:r>
              <a:t>✅ Safety Confirmations - User approval required for all writes</a:t>
            </a:r>
          </a:p>
          <a:p>
            <a:pPr>
              <a:defRPr sz="1800"/>
            </a:pPr>
            <a:r>
              <a:t>✅ 20 Unique Skill Tests - Comprehensive verification</a:t>
            </a:r>
          </a:p>
          <a:p>
            <a:pPr>
              <a:defRPr sz="1800"/>
            </a:pPr>
            <a:r>
              <a:t>✅ Enhanced Documentation - Complete implementation guides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Agent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Answers CockroachDB questions in natural language</a:t>
            </a:r>
          </a:p>
          <a:p>
            <a:pPr>
              <a:defRPr sz="1800"/>
            </a:pPr>
            <a:r>
              <a:t>✅ Learns from every interaction (gets smarter over time)</a:t>
            </a:r>
          </a:p>
          <a:p>
            <a:pPr>
              <a:defRPr sz="1800"/>
            </a:pPr>
            <a:r>
              <a:t>✅ Uses semantic embeddings to find similar queries</a:t>
            </a:r>
          </a:p>
          <a:p>
            <a:pPr>
              <a:defRPr sz="1800"/>
            </a:pPr>
            <a:r>
              <a:t>✅ Loads only needed documentation (95% token savings)</a:t>
            </a:r>
          </a:p>
          <a:p>
            <a:pPr>
              <a:defRPr sz="1800"/>
            </a:pPr>
            <a:r>
              <a:t>✅ NEW: Create databases with user confirmation</a:t>
            </a:r>
          </a:p>
          <a:p>
            <a:pPr>
              <a:defRPr sz="1800"/>
            </a:pPr>
            <a:r>
              <a:t>✅ NEW: Create tables with schema validation</a:t>
            </a:r>
          </a:p>
          <a:p>
            <a:pPr>
              <a:defRPr sz="1800"/>
            </a:pPr>
            <a:r>
              <a:t>✅ NEW: Insert rows with type checking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Operations - Now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Create Databases - Natural language database creation</a:t>
            </a:r>
          </a:p>
          <a:p>
            <a:pPr>
              <a:defRPr sz="1800"/>
            </a:pPr>
            <a:r>
              <a:t>✅ Create Tables - Schema design with AI assistance</a:t>
            </a:r>
          </a:p>
          <a:p>
            <a:pPr>
              <a:defRPr sz="1800"/>
            </a:pPr>
            <a:r>
              <a:t>✅ Insert Rows - Data insertion via conversational interface</a:t>
            </a:r>
          </a:p>
          <a:p>
            <a:pPr>
              <a:defRPr sz="1800"/>
            </a:pPr>
            <a:r>
              <a:t>✅ Safety First - User confirmation required before execution</a:t>
            </a:r>
          </a:p>
          <a:p>
            <a:pPr>
              <a:defRPr sz="1800"/>
            </a:pPr>
            <a:r>
              <a:t>✅ OAuth Authentication - Secure access via CockroachDB Cloud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❌ No destructive operations (DROP, DELETE, UPDATE)</a:t>
            </a:r>
          </a:p>
          <a:p>
            <a:pPr>
              <a:defRPr sz="1800"/>
            </a:pPr>
            <a:r>
              <a:t>❌ No cluster configuration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Safety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Layer 1: OAuth 2.1 Authentication</a:t>
            </a:r>
          </a:p>
          <a:p>
            <a:pPr lvl="1">
              <a:defRPr sz="1600"/>
            </a:pPr>
            <a:r>
              <a:t>  • User must log in and grant permissions explicitly</a:t>
            </a:r>
          </a:p>
          <a:p>
            <a:pPr lvl="1">
              <a:defRPr sz="1600"/>
            </a:pPr>
            <a:r>
              <a:t>  • Short-lived tokens (more secure than API keys)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Layer 2: Interactive Confirmation</a:t>
            </a:r>
          </a:p>
          <a:p>
            <a:pPr lvl="1">
              <a:defRPr sz="1600"/>
            </a:pPr>
            <a:r>
              <a:t>  • Every write operation requires yes/no confirmation</a:t>
            </a:r>
          </a:p>
          <a:p>
            <a:pPr lvl="1">
              <a:defRPr sz="1600"/>
            </a:pPr>
            <a:r>
              <a:t>  • Dark orange warning for high visibility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Layer 3: Limited Scope</a:t>
            </a:r>
          </a:p>
          <a:p>
            <a:pPr lvl="1">
              <a:defRPr sz="1600"/>
            </a:pPr>
            <a:r>
              <a:t>  • Only CREATE DATABASE, CREATE TABLE, INSERT ROWS</a:t>
            </a:r>
          </a:p>
          <a:p>
            <a:pPr lvl="1">
              <a:defRPr sz="1600"/>
            </a:pPr>
            <a:r>
              <a:t>  • No destructive operations allowed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Layer 4: Role-Based Access</a:t>
            </a:r>
          </a:p>
          <a:p>
            <a:pPr lvl="1">
              <a:defRPr sz="1600"/>
            </a:pPr>
            <a:r>
              <a:t>  • Requires Cluster Admin or Cluster Operator 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Request to Database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User Request</a:t>
            </a:r>
          </a:p>
          <a:p>
            <a:pPr lvl="1">
              <a:defRPr sz="1600"/>
            </a:pPr>
            <a:r>
              <a:t>   "Create a database called production"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Claude API analyzes intent</a:t>
            </a:r>
          </a:p>
          <a:p>
            <a:pPr lvl="1">
              <a:defRPr sz="1600"/>
            </a:pPr>
            <a:r>
              <a:t>   Recognizes create_database operation needed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⚠️  WRITE OPERATION REQUESTED (dark orange)</a:t>
            </a:r>
          </a:p>
          <a:p>
            <a:pPr lvl="1">
              <a:defRPr sz="1600"/>
            </a:pPr>
            <a:r>
              <a:t>   Tool: create_database</a:t>
            </a:r>
          </a:p>
          <a:p>
            <a:pPr lvl="1">
              <a:defRPr sz="1600"/>
            </a:pPr>
            <a:r>
              <a:t>   Input: {"database": "production"}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User confirms: yes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✓ Database created successfully!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Creating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Start agent: python3 agent.py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Request: create a database called timbob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Confirmation prompt appears (dark orange):</a:t>
            </a:r>
          </a:p>
          <a:p>
            <a:pPr lvl="1">
              <a:defRPr sz="1600"/>
            </a:pPr>
            <a:r>
              <a:t>   ⚠️  WRITE OPERATION REQUESTED</a:t>
            </a:r>
          </a:p>
          <a:p>
            <a:pPr lvl="1">
              <a:defRPr sz="1600"/>
            </a:pPr>
            <a:r>
              <a:t>   Execute this operation? (yes/no):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User types: yes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✓ Write operation completed</a:t>
            </a:r>
          </a:p>
          <a:p>
            <a:pPr lvl="1">
              <a:defRPr sz="1600"/>
            </a:pPr>
            <a:r>
              <a:t>   Database 'timbob' created successfully!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Learning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Query-Based Learning:</a:t>
            </a:r>
          </a:p>
          <a:p>
            <a:pPr lvl="1">
              <a:defRPr sz="1600"/>
            </a:pPr>
            <a:r>
              <a:t>  • Remembers which skills helped with each query</a:t>
            </a:r>
          </a:p>
          <a:p>
            <a:pPr lvl="1">
              <a:defRPr sz="1600"/>
            </a:pPr>
            <a:r>
              <a:t>  • Pre-loads proven skills for similar questions</a:t>
            </a:r>
          </a:p>
          <a:p>
            <a:pPr lvl="1">
              <a:defRPr sz="1600"/>
            </a:pPr>
            <a:r>
              <a:t>  • Gets smarter over 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Semantic Understanding:</a:t>
            </a:r>
          </a:p>
          <a:p>
            <a:pPr lvl="1">
              <a:defRPr sz="1600"/>
            </a:pPr>
            <a:r>
              <a:t>  • 768-dimensional embeddings (all-mpnet-base-v2)</a:t>
            </a:r>
          </a:p>
          <a:p>
            <a:pPr lvl="1">
              <a:defRPr sz="1600"/>
            </a:pPr>
            <a:r>
              <a:t>  • Understands paraphrases and intent</a:t>
            </a:r>
          </a:p>
          <a:p>
            <a:pPr lvl="1">
              <a:defRPr sz="1600"/>
            </a:pPr>
            <a:r>
              <a:t>  • Similarity search with HNSW index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Zero-Skill Optimization:</a:t>
            </a:r>
          </a:p>
          <a:p>
            <a:pPr lvl="1">
              <a:defRPr sz="1600"/>
            </a:pPr>
            <a:r>
              <a:t>  • Simple queries: 0 skills loaded</a:t>
            </a:r>
          </a:p>
          <a:p>
            <a:pPr lvl="1">
              <a:defRPr sz="1600"/>
            </a:pPr>
            <a:r>
              <a:t>  • Complex queries: Fetch skills on-demand</a:t>
            </a:r>
          </a:p>
          <a:p>
            <a:pPr lvl="1">
              <a:defRPr sz="1600"/>
            </a:pPr>
            <a:r>
              <a:t>  • 30-40% token savings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Frontend: Natural language interface</a:t>
            </a:r>
          </a:p>
          <a:p>
            <a:pPr lvl="1">
              <a:defRPr sz="1600"/>
            </a:pPr>
            <a:r>
              <a:t>  ↓</a:t>
            </a:r>
          </a:p>
          <a:p>
            <a:pPr>
              <a:defRPr sz="1800"/>
            </a:pPr>
            <a:r>
              <a:t>Claude API (Sonnet 4.6): Intent understanding</a:t>
            </a:r>
          </a:p>
          <a:p>
            <a:pPr lvl="1">
              <a:defRPr sz="1600"/>
            </a:pPr>
            <a:r>
              <a:t>  ↓</a:t>
            </a:r>
          </a:p>
          <a:p>
            <a:pPr>
              <a:defRPr sz="1800"/>
            </a:pPr>
            <a:r>
              <a:t>Agent Logic: Query learning + Skill fetching</a:t>
            </a:r>
          </a:p>
          <a:p>
            <a:pPr lvl="1">
              <a:defRPr sz="1600"/>
            </a:pPr>
            <a:r>
              <a:t>  ↓</a:t>
            </a:r>
          </a:p>
          <a:p>
            <a:pPr>
              <a:defRPr sz="1800"/>
            </a:pPr>
            <a:r>
              <a:t>MCP Client: Tool execution</a:t>
            </a:r>
          </a:p>
          <a:p>
            <a:pPr lvl="1">
              <a:defRPr sz="1600"/>
            </a:pPr>
            <a:r>
              <a:t>  ↓</a:t>
            </a:r>
          </a:p>
          <a:p>
            <a:pPr>
              <a:defRPr sz="1800"/>
            </a:pPr>
            <a:r>
              <a:t>CockroachDB Cloud: Database operations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Components:</a:t>
            </a:r>
          </a:p>
          <a:p>
            <a:pPr>
              <a:defRPr sz="1800"/>
            </a:pPr>
            <a:r>
              <a:t>• sentence-transformers (768-dim embeddings)</a:t>
            </a:r>
          </a:p>
          <a:p>
            <a:pPr>
              <a:defRPr sz="1800"/>
            </a:pPr>
            <a:r>
              <a:t>• CockroachDB pgvector (similarity search)</a:t>
            </a:r>
          </a:p>
          <a:p>
            <a:pPr>
              <a:defRPr sz="1800"/>
            </a:pPr>
            <a:r>
              <a:t>• OAuth 2.1 (secure authentication)</a:t>
            </a:r>
          </a:p>
          <a:p>
            <a:pPr>
              <a:defRPr sz="1800"/>
            </a:pPr>
            <a:r>
              <a:t>• Model Context Protocol (tool integration)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Token Efficiency:</a:t>
            </a:r>
          </a:p>
          <a:p>
            <a:pPr lvl="1">
              <a:defRPr sz="1600"/>
            </a:pPr>
            <a:r>
              <a:t>  • 95% savings vs loading all docs</a:t>
            </a:r>
          </a:p>
          <a:p>
            <a:pPr lvl="1">
              <a:defRPr sz="1600"/>
            </a:pPr>
            <a:r>
              <a:t>  • Additional 30-40% savings from zero-skill optimization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Response Time:</a:t>
            </a:r>
          </a:p>
          <a:p>
            <a:pPr lvl="1">
              <a:defRPr sz="1600"/>
            </a:pPr>
            <a:r>
              <a:t>  • ~2 seconds average</a:t>
            </a:r>
          </a:p>
          <a:p>
            <a:pPr lvl="1">
              <a:defRPr sz="1600"/>
            </a:pPr>
            <a:r>
              <a:t>  • Includes embedding generation and similarity 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Learning:</a:t>
            </a:r>
          </a:p>
          <a:p>
            <a:pPr lvl="1">
              <a:defRPr sz="1600"/>
            </a:pPr>
            <a:r>
              <a:t>  • Automatic from every query</a:t>
            </a:r>
          </a:p>
          <a:p>
            <a:pPr lvl="1">
              <a:defRPr sz="1600"/>
            </a:pPr>
            <a:r>
              <a:t>  • No manual training required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Size:</a:t>
            </a:r>
          </a:p>
          <a:p>
            <a:pPr lvl="1">
              <a:defRPr sz="1600"/>
            </a:pPr>
            <a:r>
              <a:t>  • 2,545 lines of intelligent Python</a:t>
            </a:r>
          </a:p>
          <a:p>
            <a:pPr lvl="1">
              <a:defRPr sz="1600"/>
            </a:pPr>
            <a:r>
              <a:t>  • Fully documented and tested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 (Read-Only):</a:t>
            </a:r>
          </a:p>
          <a:p>
            <a:pPr lvl="1">
              <a:defRPr sz="1600"/>
            </a:pPr>
            <a:r>
              <a:t>  • System prompt: 'CANNOT execute write operations'</a:t>
            </a:r>
          </a:p>
          <a:p>
            <a:pPr lvl="1">
              <a:defRPr sz="1600"/>
            </a:pPr>
            <a:r>
              <a:t>  • Tool list: get_all_tools() (read-only only)</a:t>
            </a:r>
          </a:p>
          <a:p>
            <a:pPr lvl="1">
              <a:defRPr sz="1600"/>
            </a:pPr>
            <a:r>
              <a:t>  • No confirmation logic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AFTER (Write-Enabled):</a:t>
            </a:r>
          </a:p>
          <a:p>
            <a:pPr lvl="1">
              <a:defRPr sz="1600"/>
            </a:pPr>
            <a:r>
              <a:t>  • System prompt: 'You have access to write operations'</a:t>
            </a:r>
          </a:p>
          <a:p>
            <a:pPr lvl="1">
              <a:defRPr sz="1600"/>
            </a:pPr>
            <a:r>
              <a:t>  • Tool list: get_tool_definitions() (all tools)</a:t>
            </a:r>
          </a:p>
          <a:p>
            <a:pPr lvl="1">
              <a:defRPr sz="1600"/>
            </a:pPr>
            <a:r>
              <a:t>  • Safety confirmation for all writes</a:t>
            </a:r>
          </a:p>
          <a:p>
            <a:pPr lvl="1">
              <a:defRPr sz="1600"/>
            </a:pPr>
            <a:r>
              <a:t>  • OAuth authentication</a:t>
            </a:r>
          </a:p>
          <a:p>
            <a:pPr lvl="1">
              <a:defRPr sz="1600"/>
            </a:pPr>
            <a:r>
              <a:t>  • Dark orange warnings for visibility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Changes:</a:t>
            </a:r>
          </a:p>
          <a:p>
            <a:pPr lvl="1">
              <a:defRPr sz="1600"/>
            </a:pPr>
            <a:r>
              <a:t>  • agent.py line 700: Tool definitions expanded</a:t>
            </a:r>
          </a:p>
          <a:p>
            <a:pPr lvl="1">
              <a:defRPr sz="1600"/>
            </a:pPr>
            <a:r>
              <a:t>  • agent.py lines 785-801: Confirmation logic added</a:t>
            </a:r>
          </a:p>
          <a:p>
            <a:pPr lvl="1">
              <a:defRPr sz="1600"/>
            </a:pPr>
            <a:r>
              <a:t>  • agent.py lines 306-325: System prompt updated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Setup Guides:</a:t>
            </a:r>
          </a:p>
          <a:p>
            <a:pPr lvl="1">
              <a:defRPr sz="1600"/>
            </a:pPr>
            <a:r>
              <a:t>  • COCKROACHDB_SETUP.md (25KB) - OAuth + MCP setup</a:t>
            </a:r>
          </a:p>
          <a:p>
            <a:pPr lvl="1">
              <a:defRPr sz="1600"/>
            </a:pPr>
            <a:r>
              <a:t>  • REQUIREMENTS_WRITE_OPERATIONS.md (32KB) - Implementation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Testing:</a:t>
            </a:r>
          </a:p>
          <a:p>
            <a:pPr lvl="1">
              <a:defRPr sz="1600"/>
            </a:pPr>
            <a:r>
              <a:t>  • SKILL_TEST_TASKS.md - 20 unique verification tasks</a:t>
            </a:r>
          </a:p>
          <a:p>
            <a:pPr lvl="1">
              <a:defRPr sz="1600"/>
            </a:pPr>
            <a:r>
              <a:t>  • MANUAL_SKILL_TEST_GUIDE.md - Testing instructions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Architecture:</a:t>
            </a:r>
          </a:p>
          <a:p>
            <a:pPr lvl="1">
              <a:defRPr sz="1600"/>
            </a:pPr>
            <a:r>
              <a:t>  • ARCHITECTURE.md - Complete system design</a:t>
            </a:r>
          </a:p>
          <a:p>
            <a:pPr lvl="1">
              <a:defRPr sz="1600"/>
            </a:pPr>
            <a:r>
              <a:t>  • CHANGELOG.md - All changes documented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Documentation:</a:t>
            </a:r>
          </a:p>
          <a:p>
            <a:pPr lvl="1">
              <a:defRPr sz="1600"/>
            </a:pPr>
            <a:r>
              <a:t>  • COMMENTS_agent.md - Line-by-line explanation</a:t>
            </a:r>
          </a:p>
          <a:p>
            <a:pPr lvl="1">
              <a:defRPr sz="1600"/>
            </a:pPr>
            <a:r>
              <a:t>  • Inline comments throughout codebase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Unique Skills Verified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Observability &amp; Diagnostics (7 skills):</a:t>
            </a:r>
          </a:p>
          <a:p>
            <a:pPr lvl="1">
              <a:defRPr sz="1600"/>
            </a:pPr>
            <a:r>
              <a:t>  • Range distribution, schema changes, table stats</a:t>
            </a:r>
          </a:p>
          <a:p>
            <a:pPr lvl="1">
              <a:defRPr sz="1600"/>
            </a:pPr>
            <a:r>
              <a:t>  • Background jobs, statement/transaction profiling</a:t>
            </a:r>
          </a:p>
          <a:p>
            <a:pPr lvl="1">
              <a:defRPr sz="1600"/>
            </a:pPr>
            <a:r>
              <a:t>  • Live SQL activity triaging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Operations &amp; Lifecycle (7 skills):</a:t>
            </a:r>
          </a:p>
          <a:p>
            <a:pPr lvl="1">
              <a:defRPr sz="1600"/>
            </a:pPr>
            <a:r>
              <a:t>  • Certificates, capacity, settings, maintenance</a:t>
            </a:r>
          </a:p>
          <a:p>
            <a:pPr lvl="1">
              <a:defRPr sz="1600"/>
            </a:pPr>
            <a:r>
              <a:t>  • Production provisioning, health review, upgrades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Onboarding &amp; Migrations (3 skills):</a:t>
            </a:r>
          </a:p>
          <a:p>
            <a:pPr lvl="1">
              <a:defRPr sz="1600"/>
            </a:pPr>
            <a:r>
              <a:t>  • MOLT Fetch, MOLT Replicator, MOLT Verify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Security &amp; Governance (2 skills):</a:t>
            </a:r>
          </a:p>
          <a:p>
            <a:pPr lvl="1">
              <a:defRPr sz="1600"/>
            </a:pPr>
            <a:r>
              <a:t>  • Security audit, audit logging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Query &amp; Schema Design (1 skill):</a:t>
            </a:r>
          </a:p>
          <a:p>
            <a:pPr lvl="1">
              <a:defRPr sz="1600"/>
            </a:pPr>
            <a:r>
              <a:t>  • CockroachDB SQL best practices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Potential Additions:</a:t>
            </a:r>
          </a:p>
          <a:p>
            <a:pPr lvl="1">
              <a:defRPr sz="1600"/>
            </a:pPr>
            <a:r>
              <a:t>  • UPDATE and DELETE operations (with enhanced safety)</a:t>
            </a:r>
          </a:p>
          <a:p>
            <a:pPr lvl="1">
              <a:defRPr sz="1600"/>
            </a:pPr>
            <a:r>
              <a:t>  • Schema migrations (ALTER TABLE)</a:t>
            </a:r>
          </a:p>
          <a:p>
            <a:pPr lvl="1">
              <a:defRPr sz="1600"/>
            </a:pPr>
            <a:r>
              <a:t>  • Batch operations</a:t>
            </a:r>
          </a:p>
          <a:p>
            <a:pPr lvl="1">
              <a:defRPr sz="1600"/>
            </a:pPr>
            <a:r>
              <a:t>  • Transaction support</a:t>
            </a:r>
          </a:p>
          <a:p>
            <a:pPr lvl="1">
              <a:defRPr sz="1600"/>
            </a:pPr>
            <a:r>
              <a:t>  • Rollback capabilities</a:t>
            </a:r>
          </a:p>
          <a:p>
            <a:pPr lvl="1">
              <a:defRPr sz="1600"/>
            </a:pPr>
            <a:r>
              <a:t>  • Operation history and audit log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Current Focus:</a:t>
            </a:r>
          </a:p>
          <a:p>
            <a:pPr lvl="1">
              <a:defRPr sz="1600"/>
            </a:pPr>
            <a:r>
              <a:t>  ✅ Write operations with safety (COMPLETE)</a:t>
            </a:r>
          </a:p>
          <a:p>
            <a:pPr lvl="1">
              <a:defRPr sz="1600"/>
            </a:pPr>
            <a:r>
              <a:t>  ✅ Query learning optimization (COMPLETE)</a:t>
            </a:r>
          </a:p>
          <a:p>
            <a:pPr lvl="1">
              <a:defRPr sz="1600"/>
            </a:pPr>
            <a:r>
              <a:t>  ✅ Vector search improvements (COMPLETE)</a:t>
            </a:r>
          </a:p>
          <a:p>
            <a:pPr lvl="1">
              <a:defRPr sz="1600"/>
            </a:pPr>
            <a:r>
              <a:t>  • Performance monitoring dashboard</a:t>
            </a:r>
          </a:p>
          <a:p>
            <a:pPr lvl="1">
              <a:defRPr sz="1600"/>
            </a:pPr>
            <a:r>
              <a:t>  • Multi-cluster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 Read Operations:</a:t>
            </a:r>
          </a:p>
          <a:p>
            <a:pPr lvl="1">
              <a:defRPr sz="1600"/>
            </a:pPr>
            <a:r>
              <a:t>  python3 agent.py</a:t>
            </a:r>
          </a:p>
          <a:p>
            <a:pPr lvl="1">
              <a:defRPr sz="1600"/>
            </a:pPr>
            <a:r>
              <a:t>  • List databases</a:t>
            </a:r>
          </a:p>
          <a:p>
            <a:pPr lvl="1">
              <a:defRPr sz="1600"/>
            </a:pPr>
            <a:r>
              <a:t>  • Show tables</a:t>
            </a:r>
          </a:p>
          <a:p>
            <a:pPr lvl="1">
              <a:defRPr sz="1600"/>
            </a:pPr>
            <a:r>
              <a:t>  • Execute SELECT queries</a:t>
            </a:r>
          </a:p>
          <a:p>
            <a:pPr lvl="1">
              <a:defRPr sz="1600"/>
            </a:pPr>
            <a:r>
              <a:t>  • Review cluster health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Write Operations:</a:t>
            </a:r>
          </a:p>
          <a:p>
            <a:pPr lvl="1">
              <a:defRPr sz="1600"/>
            </a:pPr>
            <a:r>
              <a:t>  python3 agent.py</a:t>
            </a:r>
          </a:p>
          <a:p>
            <a:pPr lvl="1">
              <a:defRPr sz="1600"/>
            </a:pPr>
            <a:r>
              <a:t>  • 'Create a database called myapp'</a:t>
            </a:r>
          </a:p>
          <a:p>
            <a:pPr lvl="1">
              <a:defRPr sz="1600"/>
            </a:pPr>
            <a:r>
              <a:t>  • 'Create a users table with id and email'</a:t>
            </a:r>
          </a:p>
          <a:p>
            <a:pPr lvl="1">
              <a:defRPr sz="1600"/>
            </a:pPr>
            <a:r>
              <a:t>  • 'Insert a test user'</a:t>
            </a:r>
          </a:p>
          <a:p>
            <a:pPr lvl="1">
              <a:defRPr sz="1600"/>
            </a:pPr>
            <a:r>
              <a:t>  • Review operation → Confirm → Execute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Requirements:</a:t>
            </a:r>
          </a:p>
          <a:p>
            <a:pPr lvl="1">
              <a:defRPr sz="1600"/>
            </a:pPr>
            <a:r>
              <a:t>  • CockroachDB Cloud cluster</a:t>
            </a:r>
          </a:p>
          <a:p>
            <a:pPr lvl="1">
              <a:defRPr sz="1600"/>
            </a:pPr>
            <a:r>
              <a:t>  • OAuth authentication configured</a:t>
            </a:r>
          </a:p>
          <a:p>
            <a:pPr lvl="1">
              <a:defRPr sz="1600"/>
            </a:pPr>
            <a:r>
              <a:t>  • Cluster Admin or Cluster Operator role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Self-learning AI that gets smarter over time</a:t>
            </a:r>
          </a:p>
          <a:p>
            <a:pPr>
              <a:defRPr sz="1800"/>
            </a:pPr>
            <a:r>
              <a:t>✅ 95% token savings through dynamic skill loading</a:t>
            </a:r>
          </a:p>
          <a:p>
            <a:pPr>
              <a:defRPr sz="1800"/>
            </a:pPr>
            <a:r>
              <a:t>✅ 768-dimensional semantic embeddings</a:t>
            </a:r>
          </a:p>
          <a:p>
            <a:pPr>
              <a:defRPr sz="1800"/>
            </a:pPr>
            <a:r>
              <a:t>✅ Zero-skill optimization (30-40% additional savings)</a:t>
            </a:r>
          </a:p>
          <a:p>
            <a:pPr>
              <a:defRPr sz="1800"/>
            </a:pPr>
            <a:r>
              <a:t>✅ Production-safe write operations</a:t>
            </a:r>
          </a:p>
          <a:p>
            <a:pPr>
              <a:defRPr sz="1800"/>
            </a:pPr>
            <a:r>
              <a:t>✅ Multi-layer security architecture</a:t>
            </a:r>
          </a:p>
          <a:p>
            <a:pPr>
              <a:defRPr sz="1800"/>
            </a:pPr>
            <a:r>
              <a:t>✅ Complete documentation (50KB+)</a:t>
            </a:r>
          </a:p>
          <a:p>
            <a:pPr>
              <a:defRPr sz="1800"/>
            </a:pPr>
            <a:r>
              <a:t>✅ 20 unique skills tested and verified</a:t>
            </a:r>
          </a:p>
          <a:p>
            <a:pPr>
              <a:defRPr sz="1800"/>
            </a:pPr>
            <a:r>
              <a:t>✅ Color-coded UI for demos</a:t>
            </a:r>
          </a:p>
          <a:p>
            <a:pPr>
              <a:defRPr sz="1800"/>
            </a:pPr>
            <a:r>
              <a:t>✅ OAuth authentication integrated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2,545 lines of intelligent, documented code</a:t>
            </a:r>
          </a:p>
          <a:p>
            <a:pPr>
              <a:defRPr sz="1800"/>
            </a:pPr>
            <a:r>
              <a:t>Ready for production 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CockroachDB Intelligent Agent</a:t>
            </a:r>
          </a:p>
          <a:p>
            <a:r>
              <a:t>Demo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