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Flow 1: New Query (Cold Start) - No Learning Yet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02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Step 1: User Input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"list databases"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Step 2: Generate Embedding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ollama_embedding_manager.py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generate_embedding()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→ 768-dim vector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0292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3: Search Similar Queries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query_store.py: find_similar_queries()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DB: CockroachDB ai_demo.query_history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Result: ❌ No match (new query)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430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371600"/>
            <a:ext cx="2651760" cy="50292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4: Pre-load Skills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agent.py: _build_system_prompt()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calls _get_default_skills()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Returns: [] (zero skills!)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874519"/>
            <a:ext cx="0" cy="2286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103120"/>
            <a:ext cx="2651760" cy="59436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5: Call Claude API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agent.py: run_task()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claude.messages.create(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  system=prompt,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  tools=get_all_tools()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69748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926080"/>
            <a:ext cx="2651760" cy="68580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6: Claude Selects Tool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Tool definitions sent in Step 5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sees: list_databases tool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Description: "Lists all databases"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calls: list_databases()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361188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3840480"/>
            <a:ext cx="2651760" cy="5943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7: Execute via MCP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agent.py: calls mcp_client.py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execute_tool_call("list_databases")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 Server → CockroachDB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Runs: SHOW DATABASES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46320" y="41148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60320" y="3840480"/>
            <a:ext cx="2286000" cy="59436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8: Results to Claude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MCP returns database list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formats answer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286000" y="41148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3840480"/>
            <a:ext cx="2011680" cy="59436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9: Store Learning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query_store.py: store_query()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Saves: query + [] skills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DB: ai_demo.query_history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663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💡 MCP Tool Discovery: When Claude connects, it receives tool definitions from get_all_tools() which describes each tool's name, description, and parameters. Example: {'name': 'list_databases', 'description': 'Lists all databases in the cluster', 'input_schema': {...}}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🎯 Zero-Skill Optimization: Simple queries like 'list databases' don't need SKILL.md files. Claude knows basic SQL from training. This saves ~8KB tokens per query. Only complex operations trigger skill fetching.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349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Database Location: ai_demo.query_history and ai_demo.skills tables are in the same CockroachDB cluster being queried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Flow 2: Learned Query (Warm Start) - Learning Kicks 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02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Step 1: User Input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"check for hotspots"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Step 2: Generate Embedding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ollama_embedding_manager.py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generate_embedding()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→ 768-dim vector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4864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3: Search Similar Queries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query_store.py: find_similar_queries()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SQL: cosine similarity search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Result: ✅ Match! (0.78 similarity)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Matched: "analyze hot ranges"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8872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417320"/>
            <a:ext cx="265176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4: Load Learned Skills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agent.py: _build_system_prompt()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Gets skills from matched query: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["observability-and-diagnostics/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analyzing-range-distribution"]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96596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194560"/>
            <a:ext cx="265176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4b: Fetch SKILL.md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skill_fetcher.py: get_skill()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Source: ai_demo.skills table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Returns: Full SKILL.md content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(Best practices for range analysis)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7432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971800"/>
            <a:ext cx="2651760" cy="59436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5: Call Claude API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agent.py: run_task()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System prompt includes: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- SKILL.md content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- Tool definitions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- User query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356616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3794760"/>
            <a:ext cx="265176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6: Claude Uses Skill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References SKILL.md best practices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Knows to check: SHOW RANGES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Calls: select_query() with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range distribution query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46320" y="40690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60320" y="3794760"/>
            <a:ext cx="2286000" cy="54864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7: Execute Query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mcp_client.py: execute_tool_call()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 Server queries cluster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Returns: range distribution data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286000" y="40690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3794760"/>
            <a:ext cx="201168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8: Expert Answer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analyzes results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using SKILL.md guidance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Provides detailed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572000"/>
            <a:ext cx="201168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9: Confirm Learning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query_store.py: store_query()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Confirms skill helped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5720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</a:defRPr>
            </a:pPr>
            <a:r>
              <a:t>🎯 Progressive Learning: Each query improves future performance. Similarity threshold 0.3 catches paraphrases. After 50+ queries, most questions have learned matches = instant expert answers!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2120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Similarity Search: Uses pgvector cosine distance: 1 - (embedding &lt;-&gt; query_embedding). HNSW index makes search sub-millisecond even with 1M+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Flow 3: Complex Query (No Match) - Dynamic Skill Fetching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02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Step 1: User Input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"How do I set up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MOLT Replicator?"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Step 2: Generate Embedding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ollama_embedding_manager.py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generate_embedding()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→ 768-dim vector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0292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3: Search Query History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query_store.py: find_similar_queries()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Result: ❌ No match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(Never asked about MOLT before)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430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371600"/>
            <a:ext cx="265176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4: Pre-load Skills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agent.py: _get_default_skills()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Returns: [] (zero skills)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8288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057400"/>
            <a:ext cx="265176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5: Call Claude API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agent.py: run_task()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gets: query + tool list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thinks: "I need more info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about MOLT Replicator"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60604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834640"/>
            <a:ext cx="2651760" cy="54864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6: Claude Calls fetch_skill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Tool use: fetch_skill(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skill_name="onboarding-and-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migrations/molt-replicator"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846320" y="310896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60320" y="2834640"/>
            <a:ext cx="228600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000000"/>
                </a:solidFill>
              </a:defRPr>
            </a:pPr>
            <a:r>
              <a:t>Step 7: Fetch SKILL.md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agent.py: _handle_fetch_skill()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skill_fetcher.py: get_skill()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Source: ai_demo.skills table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Returns: Full SKILL.md content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286000" y="310896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" y="2834640"/>
            <a:ext cx="201168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8: Skill → Claude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agent.py appends skill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to conversation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now has expertise!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" y="338328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3611880"/>
            <a:ext cx="201168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9: Claude Re-processes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Now with SKILL.md context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Knows MOLT setup steps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May call MCP tools if needed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8862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560320" y="3611880"/>
            <a:ext cx="2286000" cy="54864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10: Execute if Needed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May check existing setup: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mcp_client.py: execute_tool_call()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list_databases(), etc.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46320" y="38862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20640" y="3611880"/>
            <a:ext cx="265176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11: Provide Expert Answer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Complete MOLT Replicator guide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Based on official SKILL.md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Calls complete_task()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416052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20640" y="4389120"/>
            <a:ext cx="2651760" cy="50292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12: Store Learning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query_store.py: store_query()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Saves: query + [molt-replicator]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Next time = instant expert!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029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🎯 Dynamic Skill Loading: Claude intelligently decides when to fetch skills. Simple queries = no fetch. Complex queries = fetch on-demand. This is the 'fetch_skill' tool in action - available to Claude just like list_databases.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29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💡 Tool Discovery: fetch_skill is defined in get_agent_tools() alongside MCP tools. Claude sees: {'name': 'fetch_skill', 'description': 'Fetch a CockroachDB best practice skill', 'parameters': {'skill_name': 'string'}}. Claude chooses when to call it!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6692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Skills Table: ai_demo.skills contains 25+ SKILL.md files. Each is a CockroachDB best practice document (2-10 KB each). Fetched only when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